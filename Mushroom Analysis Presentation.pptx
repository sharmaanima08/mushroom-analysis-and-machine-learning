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2" r:id="rId5"/>
    <p:sldId id="259" r:id="rId6"/>
    <p:sldId id="262" r:id="rId7"/>
    <p:sldId id="260" r:id="rId8"/>
    <p:sldId id="261" r:id="rId9"/>
    <p:sldId id="263" r:id="rId10"/>
    <p:sldId id="264" r:id="rId11"/>
    <p:sldId id="265" r:id="rId12"/>
    <p:sldId id="267" r:id="rId13"/>
    <p:sldId id="271" r:id="rId14"/>
    <p:sldId id="268" r:id="rId15"/>
    <p:sldId id="269" r:id="rId16"/>
    <p:sldId id="270" r:id="rId17"/>
    <p:sldId id="273" r:id="rId18"/>
    <p:sldId id="274" r:id="rId19"/>
    <p:sldId id="275" r:id="rId20"/>
    <p:sldId id="276" r:id="rId21"/>
    <p:sldId id="287" r:id="rId22"/>
    <p:sldId id="278" r:id="rId23"/>
    <p:sldId id="288" r:id="rId24"/>
    <p:sldId id="279" r:id="rId25"/>
    <p:sldId id="280" r:id="rId26"/>
    <p:sldId id="289" r:id="rId27"/>
    <p:sldId id="281" r:id="rId28"/>
    <p:sldId id="282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19710-83D5-4519-BE64-38B61FE5F80C}" v="179" dt="2026-01-28T20:42:04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ma Sharma" userId="b2f98e1a3d769a1b" providerId="LiveId" clId="{B219A0B3-5113-49B0-91C2-A4B878C8EC23}"/>
    <pc:docChg chg="undo custSel addSld delSld modSld">
      <pc:chgData name="Anima Sharma" userId="b2f98e1a3d769a1b" providerId="LiveId" clId="{B219A0B3-5113-49B0-91C2-A4B878C8EC23}" dt="2026-02-03T08:50:16.142" v="5811" actId="20577"/>
      <pc:docMkLst>
        <pc:docMk/>
      </pc:docMkLst>
      <pc:sldChg chg="modSp mod">
        <pc:chgData name="Anima Sharma" userId="b2f98e1a3d769a1b" providerId="LiveId" clId="{B219A0B3-5113-49B0-91C2-A4B878C8EC23}" dt="2026-01-28T20:37:28.670" v="5632" actId="1076"/>
        <pc:sldMkLst>
          <pc:docMk/>
          <pc:sldMk cId="3078087687" sldId="256"/>
        </pc:sldMkLst>
        <pc:spChg chg="mod">
          <ac:chgData name="Anima Sharma" userId="b2f98e1a3d769a1b" providerId="LiveId" clId="{B219A0B3-5113-49B0-91C2-A4B878C8EC23}" dt="2026-01-28T20:37:28.670" v="5632" actId="1076"/>
          <ac:spMkLst>
            <pc:docMk/>
            <pc:sldMk cId="3078087687" sldId="256"/>
            <ac:spMk id="4" creationId="{4FC1DC0F-50A7-09BE-77D0-D713AEA653F5}"/>
          </ac:spMkLst>
        </pc:spChg>
      </pc:sldChg>
      <pc:sldChg chg="modSp mod">
        <pc:chgData name="Anima Sharma" userId="b2f98e1a3d769a1b" providerId="LiveId" clId="{B219A0B3-5113-49B0-91C2-A4B878C8EC23}" dt="2026-01-27T07:10:21.306" v="138" actId="1076"/>
        <pc:sldMkLst>
          <pc:docMk/>
          <pc:sldMk cId="3816406613" sldId="257"/>
        </pc:sldMkLst>
        <pc:spChg chg="mod">
          <ac:chgData name="Anima Sharma" userId="b2f98e1a3d769a1b" providerId="LiveId" clId="{B219A0B3-5113-49B0-91C2-A4B878C8EC23}" dt="2026-01-27T07:10:21.306" v="138" actId="1076"/>
          <ac:spMkLst>
            <pc:docMk/>
            <pc:sldMk cId="3816406613" sldId="257"/>
            <ac:spMk id="3" creationId="{ADA33198-98F3-3F21-7D4B-FE8552995D44}"/>
          </ac:spMkLst>
        </pc:spChg>
        <pc:graphicFrameChg chg="mod modGraphic">
          <ac:chgData name="Anima Sharma" userId="b2f98e1a3d769a1b" providerId="LiveId" clId="{B219A0B3-5113-49B0-91C2-A4B878C8EC23}" dt="2026-01-27T07:08:27.897" v="68" actId="20577"/>
          <ac:graphicFrameMkLst>
            <pc:docMk/>
            <pc:sldMk cId="3816406613" sldId="257"/>
            <ac:graphicFrameMk id="2" creationId="{46870726-E78D-F8B1-4D73-30C4EDF2531D}"/>
          </ac:graphicFrameMkLst>
        </pc:graphicFrameChg>
      </pc:sldChg>
      <pc:sldChg chg="modSp new mod">
        <pc:chgData name="Anima Sharma" userId="b2f98e1a3d769a1b" providerId="LiveId" clId="{B219A0B3-5113-49B0-91C2-A4B878C8EC23}" dt="2026-01-27T07:37:17.660" v="429" actId="20577"/>
        <pc:sldMkLst>
          <pc:docMk/>
          <pc:sldMk cId="2105999245" sldId="258"/>
        </pc:sldMkLst>
        <pc:spChg chg="mod">
          <ac:chgData name="Anima Sharma" userId="b2f98e1a3d769a1b" providerId="LiveId" clId="{B219A0B3-5113-49B0-91C2-A4B878C8EC23}" dt="2026-01-27T07:11:56.377" v="158" actId="14100"/>
          <ac:spMkLst>
            <pc:docMk/>
            <pc:sldMk cId="2105999245" sldId="258"/>
            <ac:spMk id="2" creationId="{B9521B48-4BD8-C73C-B0CA-78228C276053}"/>
          </ac:spMkLst>
        </pc:spChg>
        <pc:spChg chg="mod">
          <ac:chgData name="Anima Sharma" userId="b2f98e1a3d769a1b" providerId="LiveId" clId="{B219A0B3-5113-49B0-91C2-A4B878C8EC23}" dt="2026-01-27T07:37:17.660" v="429" actId="20577"/>
          <ac:spMkLst>
            <pc:docMk/>
            <pc:sldMk cId="2105999245" sldId="258"/>
            <ac:spMk id="3" creationId="{D8F6EC87-E4CF-4ED7-32DC-49C88F8AE851}"/>
          </ac:spMkLst>
        </pc:spChg>
      </pc:sldChg>
      <pc:sldChg chg="addSp delSp modSp new mod">
        <pc:chgData name="Anima Sharma" userId="b2f98e1a3d769a1b" providerId="LiveId" clId="{B219A0B3-5113-49B0-91C2-A4B878C8EC23}" dt="2026-01-27T10:12:08.317" v="867" actId="21"/>
        <pc:sldMkLst>
          <pc:docMk/>
          <pc:sldMk cId="36868045" sldId="259"/>
        </pc:sldMkLst>
        <pc:spChg chg="mod">
          <ac:chgData name="Anima Sharma" userId="b2f98e1a3d769a1b" providerId="LiveId" clId="{B219A0B3-5113-49B0-91C2-A4B878C8EC23}" dt="2026-01-27T07:44:23.837" v="473" actId="20577"/>
          <ac:spMkLst>
            <pc:docMk/>
            <pc:sldMk cId="36868045" sldId="259"/>
            <ac:spMk id="2" creationId="{9211FC0D-AF19-A25C-F6CB-47BC6CEB2AD6}"/>
          </ac:spMkLst>
        </pc:spChg>
        <pc:graphicFrameChg chg="add mod ord modGraphic">
          <ac:chgData name="Anima Sharma" userId="b2f98e1a3d769a1b" providerId="LiveId" clId="{B219A0B3-5113-49B0-91C2-A4B878C8EC23}" dt="2026-01-27T10:12:08.317" v="867" actId="21"/>
          <ac:graphicFrameMkLst>
            <pc:docMk/>
            <pc:sldMk cId="36868045" sldId="259"/>
            <ac:graphicFrameMk id="10" creationId="{AE481159-EA0C-EE81-17B3-5FED90CEED4D}"/>
          </ac:graphicFrameMkLst>
        </pc:graphicFrameChg>
      </pc:sldChg>
      <pc:sldChg chg="addSp delSp modSp new mod">
        <pc:chgData name="Anima Sharma" userId="b2f98e1a3d769a1b" providerId="LiveId" clId="{B219A0B3-5113-49B0-91C2-A4B878C8EC23}" dt="2026-01-27T10:15:39.446" v="893" actId="21"/>
        <pc:sldMkLst>
          <pc:docMk/>
          <pc:sldMk cId="2121584612" sldId="260"/>
        </pc:sldMkLst>
        <pc:spChg chg="mod">
          <ac:chgData name="Anima Sharma" userId="b2f98e1a3d769a1b" providerId="LiveId" clId="{B219A0B3-5113-49B0-91C2-A4B878C8EC23}" dt="2026-01-27T07:48:12.316" v="561" actId="20577"/>
          <ac:spMkLst>
            <pc:docMk/>
            <pc:sldMk cId="2121584612" sldId="260"/>
            <ac:spMk id="2" creationId="{1D759CEC-F6D6-495C-4E5E-C0A6D4CE0F10}"/>
          </ac:spMkLst>
        </pc:spChg>
        <pc:graphicFrameChg chg="add mod ord modGraphic">
          <ac:chgData name="Anima Sharma" userId="b2f98e1a3d769a1b" providerId="LiveId" clId="{B219A0B3-5113-49B0-91C2-A4B878C8EC23}" dt="2026-01-27T10:15:39.446" v="893" actId="21"/>
          <ac:graphicFrameMkLst>
            <pc:docMk/>
            <pc:sldMk cId="2121584612" sldId="260"/>
            <ac:graphicFrameMk id="4" creationId="{35BCE696-FFB7-3FEB-A21B-A2EF1F7BF947}"/>
          </ac:graphicFrameMkLst>
        </pc:graphicFrameChg>
      </pc:sldChg>
      <pc:sldChg chg="addSp delSp modSp new mod">
        <pc:chgData name="Anima Sharma" userId="b2f98e1a3d769a1b" providerId="LiveId" clId="{B219A0B3-5113-49B0-91C2-A4B878C8EC23}" dt="2026-01-27T10:15:22.406" v="892"/>
        <pc:sldMkLst>
          <pc:docMk/>
          <pc:sldMk cId="2938210861" sldId="261"/>
        </pc:sldMkLst>
        <pc:spChg chg="mod">
          <ac:chgData name="Anima Sharma" userId="b2f98e1a3d769a1b" providerId="LiveId" clId="{B219A0B3-5113-49B0-91C2-A4B878C8EC23}" dt="2026-01-27T10:15:05.276" v="890" actId="20577"/>
          <ac:spMkLst>
            <pc:docMk/>
            <pc:sldMk cId="2938210861" sldId="261"/>
            <ac:spMk id="2" creationId="{02BF9C9B-1967-2AF0-262F-211940013B2C}"/>
          </ac:spMkLst>
        </pc:spChg>
        <pc:graphicFrameChg chg="add mod ord modGraphic">
          <ac:chgData name="Anima Sharma" userId="b2f98e1a3d769a1b" providerId="LiveId" clId="{B219A0B3-5113-49B0-91C2-A4B878C8EC23}" dt="2026-01-27T10:15:22.406" v="892"/>
          <ac:graphicFrameMkLst>
            <pc:docMk/>
            <pc:sldMk cId="2938210861" sldId="261"/>
            <ac:graphicFrameMk id="4" creationId="{081B1548-A66C-8990-3232-EEB0E99C8FC7}"/>
          </ac:graphicFrameMkLst>
        </pc:graphicFrameChg>
      </pc:sldChg>
      <pc:sldChg chg="addSp delSp modSp new mod">
        <pc:chgData name="Anima Sharma" userId="b2f98e1a3d769a1b" providerId="LiveId" clId="{B219A0B3-5113-49B0-91C2-A4B878C8EC23}" dt="2026-01-27T10:14:12.294" v="870"/>
        <pc:sldMkLst>
          <pc:docMk/>
          <pc:sldMk cId="3449603954" sldId="262"/>
        </pc:sldMkLst>
        <pc:spChg chg="mod">
          <ac:chgData name="Anima Sharma" userId="b2f98e1a3d769a1b" providerId="LiveId" clId="{B219A0B3-5113-49B0-91C2-A4B878C8EC23}" dt="2026-01-27T10:08:50.322" v="831" actId="20577"/>
          <ac:spMkLst>
            <pc:docMk/>
            <pc:sldMk cId="3449603954" sldId="262"/>
            <ac:spMk id="2" creationId="{CDC77C84-0954-033F-876E-6049D1A4A60C}"/>
          </ac:spMkLst>
        </pc:spChg>
        <pc:graphicFrameChg chg="add mod ord modGraphic">
          <ac:chgData name="Anima Sharma" userId="b2f98e1a3d769a1b" providerId="LiveId" clId="{B219A0B3-5113-49B0-91C2-A4B878C8EC23}" dt="2026-01-27T10:14:12.294" v="870"/>
          <ac:graphicFrameMkLst>
            <pc:docMk/>
            <pc:sldMk cId="3449603954" sldId="262"/>
            <ac:graphicFrameMk id="4" creationId="{EEE46ABB-FD55-41F4-97FE-C21AC231493B}"/>
          </ac:graphicFrameMkLst>
        </pc:graphicFrameChg>
      </pc:sldChg>
      <pc:sldChg chg="modSp new mod">
        <pc:chgData name="Anima Sharma" userId="b2f98e1a3d769a1b" providerId="LiveId" clId="{B219A0B3-5113-49B0-91C2-A4B878C8EC23}" dt="2026-01-27T13:22:30.278" v="1227" actId="20577"/>
        <pc:sldMkLst>
          <pc:docMk/>
          <pc:sldMk cId="985642302" sldId="263"/>
        </pc:sldMkLst>
        <pc:spChg chg="mod">
          <ac:chgData name="Anima Sharma" userId="b2f98e1a3d769a1b" providerId="LiveId" clId="{B219A0B3-5113-49B0-91C2-A4B878C8EC23}" dt="2026-01-27T12:19:40.699" v="931" actId="20577"/>
          <ac:spMkLst>
            <pc:docMk/>
            <pc:sldMk cId="985642302" sldId="263"/>
            <ac:spMk id="2" creationId="{211E2C0C-E4A4-3744-423F-77F617490C32}"/>
          </ac:spMkLst>
        </pc:spChg>
        <pc:spChg chg="mod">
          <ac:chgData name="Anima Sharma" userId="b2f98e1a3d769a1b" providerId="LiveId" clId="{B219A0B3-5113-49B0-91C2-A4B878C8EC23}" dt="2026-01-27T13:22:30.278" v="1227" actId="20577"/>
          <ac:spMkLst>
            <pc:docMk/>
            <pc:sldMk cId="985642302" sldId="263"/>
            <ac:spMk id="3" creationId="{F040DF86-D27B-845C-0E5F-0D1FDA2086EE}"/>
          </ac:spMkLst>
        </pc:spChg>
      </pc:sldChg>
      <pc:sldChg chg="modSp new mod">
        <pc:chgData name="Anima Sharma" userId="b2f98e1a3d769a1b" providerId="LiveId" clId="{B219A0B3-5113-49B0-91C2-A4B878C8EC23}" dt="2026-01-27T13:33:25.340" v="1319" actId="20577"/>
        <pc:sldMkLst>
          <pc:docMk/>
          <pc:sldMk cId="1191991616" sldId="264"/>
        </pc:sldMkLst>
        <pc:spChg chg="mod">
          <ac:chgData name="Anima Sharma" userId="b2f98e1a3d769a1b" providerId="LiveId" clId="{B219A0B3-5113-49B0-91C2-A4B878C8EC23}" dt="2026-01-27T12:21:28.959" v="965" actId="20577"/>
          <ac:spMkLst>
            <pc:docMk/>
            <pc:sldMk cId="1191991616" sldId="264"/>
            <ac:spMk id="2" creationId="{F8EA3576-E3C2-6C49-8352-3545673BDB01}"/>
          </ac:spMkLst>
        </pc:spChg>
        <pc:spChg chg="mod">
          <ac:chgData name="Anima Sharma" userId="b2f98e1a3d769a1b" providerId="LiveId" clId="{B219A0B3-5113-49B0-91C2-A4B878C8EC23}" dt="2026-01-27T13:33:25.340" v="1319" actId="20577"/>
          <ac:spMkLst>
            <pc:docMk/>
            <pc:sldMk cId="1191991616" sldId="264"/>
            <ac:spMk id="3" creationId="{F6BE9E8E-65DF-ADEF-5B96-0177765E0956}"/>
          </ac:spMkLst>
        </pc:spChg>
      </pc:sldChg>
      <pc:sldChg chg="modSp new mod">
        <pc:chgData name="Anima Sharma" userId="b2f98e1a3d769a1b" providerId="LiveId" clId="{B219A0B3-5113-49B0-91C2-A4B878C8EC23}" dt="2026-01-28T18:55:17.479" v="2901" actId="20577"/>
        <pc:sldMkLst>
          <pc:docMk/>
          <pc:sldMk cId="1170155826" sldId="265"/>
        </pc:sldMkLst>
        <pc:spChg chg="mod">
          <ac:chgData name="Anima Sharma" userId="b2f98e1a3d769a1b" providerId="LiveId" clId="{B219A0B3-5113-49B0-91C2-A4B878C8EC23}" dt="2026-01-27T13:34:14.089" v="1364" actId="20577"/>
          <ac:spMkLst>
            <pc:docMk/>
            <pc:sldMk cId="1170155826" sldId="265"/>
            <ac:spMk id="2" creationId="{F2D8BE04-7F72-67EE-8D63-5C2FD4CCCF86}"/>
          </ac:spMkLst>
        </pc:spChg>
        <pc:spChg chg="mod">
          <ac:chgData name="Anima Sharma" userId="b2f98e1a3d769a1b" providerId="LiveId" clId="{B219A0B3-5113-49B0-91C2-A4B878C8EC23}" dt="2026-01-28T18:55:17.479" v="2901" actId="20577"/>
          <ac:spMkLst>
            <pc:docMk/>
            <pc:sldMk cId="1170155826" sldId="265"/>
            <ac:spMk id="3" creationId="{1170BA3E-E405-5CEA-D627-44EDCBD7D256}"/>
          </ac:spMkLst>
        </pc:spChg>
      </pc:sldChg>
      <pc:sldChg chg="addSp delSp modSp new mod">
        <pc:chgData name="Anima Sharma" userId="b2f98e1a3d769a1b" providerId="LiveId" clId="{B219A0B3-5113-49B0-91C2-A4B878C8EC23}" dt="2026-01-28T18:29:52.636" v="2394" actId="14100"/>
        <pc:sldMkLst>
          <pc:docMk/>
          <pc:sldMk cId="961925011" sldId="267"/>
        </pc:sldMkLst>
        <pc:spChg chg="mod">
          <ac:chgData name="Anima Sharma" userId="b2f98e1a3d769a1b" providerId="LiveId" clId="{B219A0B3-5113-49B0-91C2-A4B878C8EC23}" dt="2026-01-28T06:26:38.338" v="1428"/>
          <ac:spMkLst>
            <pc:docMk/>
            <pc:sldMk cId="961925011" sldId="267"/>
            <ac:spMk id="2" creationId="{9903D0E6-D858-9B58-1B27-B79A6995B4A9}"/>
          </ac:spMkLst>
        </pc:spChg>
        <pc:spChg chg="add del mod">
          <ac:chgData name="Anima Sharma" userId="b2f98e1a3d769a1b" providerId="LiveId" clId="{B219A0B3-5113-49B0-91C2-A4B878C8EC23}" dt="2026-01-28T18:29:01.322" v="2388" actId="255"/>
          <ac:spMkLst>
            <pc:docMk/>
            <pc:sldMk cId="961925011" sldId="267"/>
            <ac:spMk id="3" creationId="{D8C86F69-CC8B-C9E6-D893-777DCC9B4B9A}"/>
          </ac:spMkLst>
        </pc:spChg>
        <pc:picChg chg="add mod">
          <ac:chgData name="Anima Sharma" userId="b2f98e1a3d769a1b" providerId="LiveId" clId="{B219A0B3-5113-49B0-91C2-A4B878C8EC23}" dt="2026-01-28T18:29:52.636" v="2394" actId="14100"/>
          <ac:picMkLst>
            <pc:docMk/>
            <pc:sldMk cId="961925011" sldId="267"/>
            <ac:picMk id="5" creationId="{018AB4B3-61D7-1354-00E3-B435345E5924}"/>
          </ac:picMkLst>
        </pc:picChg>
      </pc:sldChg>
      <pc:sldChg chg="addSp modSp new mod">
        <pc:chgData name="Anima Sharma" userId="b2f98e1a3d769a1b" providerId="LiveId" clId="{B219A0B3-5113-49B0-91C2-A4B878C8EC23}" dt="2026-01-28T06:59:28.609" v="2113" actId="14100"/>
        <pc:sldMkLst>
          <pc:docMk/>
          <pc:sldMk cId="2375005962" sldId="268"/>
        </pc:sldMkLst>
        <pc:spChg chg="mod">
          <ac:chgData name="Anima Sharma" userId="b2f98e1a3d769a1b" providerId="LiveId" clId="{B219A0B3-5113-49B0-91C2-A4B878C8EC23}" dt="2026-01-28T06:26:44.657" v="1430"/>
          <ac:spMkLst>
            <pc:docMk/>
            <pc:sldMk cId="2375005962" sldId="268"/>
            <ac:spMk id="2" creationId="{F08310F9-4D55-EC53-43C8-D48FC074F38D}"/>
          </ac:spMkLst>
        </pc:spChg>
        <pc:spChg chg="mod">
          <ac:chgData name="Anima Sharma" userId="b2f98e1a3d769a1b" providerId="LiveId" clId="{B219A0B3-5113-49B0-91C2-A4B878C8EC23}" dt="2026-01-28T06:57:25.704" v="2108" actId="12"/>
          <ac:spMkLst>
            <pc:docMk/>
            <pc:sldMk cId="2375005962" sldId="268"/>
            <ac:spMk id="3" creationId="{1EA61E49-163E-4D03-8CE7-5F5209D210C6}"/>
          </ac:spMkLst>
        </pc:spChg>
        <pc:picChg chg="add mod">
          <ac:chgData name="Anima Sharma" userId="b2f98e1a3d769a1b" providerId="LiveId" clId="{B219A0B3-5113-49B0-91C2-A4B878C8EC23}" dt="2026-01-28T06:59:28.609" v="2113" actId="14100"/>
          <ac:picMkLst>
            <pc:docMk/>
            <pc:sldMk cId="2375005962" sldId="268"/>
            <ac:picMk id="5" creationId="{0A4E8EF3-1116-7DA9-9224-07B767C5FA85}"/>
          </ac:picMkLst>
        </pc:picChg>
      </pc:sldChg>
      <pc:sldChg chg="addSp modSp new mod">
        <pc:chgData name="Anima Sharma" userId="b2f98e1a3d769a1b" providerId="LiveId" clId="{B219A0B3-5113-49B0-91C2-A4B878C8EC23}" dt="2026-01-28T09:08:40.334" v="2229" actId="20577"/>
        <pc:sldMkLst>
          <pc:docMk/>
          <pc:sldMk cId="4145568633" sldId="269"/>
        </pc:sldMkLst>
        <pc:spChg chg="mod">
          <ac:chgData name="Anima Sharma" userId="b2f98e1a3d769a1b" providerId="LiveId" clId="{B219A0B3-5113-49B0-91C2-A4B878C8EC23}" dt="2026-01-28T07:02:25.292" v="2140" actId="313"/>
          <ac:spMkLst>
            <pc:docMk/>
            <pc:sldMk cId="4145568633" sldId="269"/>
            <ac:spMk id="2" creationId="{DC5470FE-AC36-BCF9-DC29-62270CE9D35A}"/>
          </ac:spMkLst>
        </pc:spChg>
        <pc:spChg chg="mod">
          <ac:chgData name="Anima Sharma" userId="b2f98e1a3d769a1b" providerId="LiveId" clId="{B219A0B3-5113-49B0-91C2-A4B878C8EC23}" dt="2026-01-28T09:08:40.334" v="2229" actId="20577"/>
          <ac:spMkLst>
            <pc:docMk/>
            <pc:sldMk cId="4145568633" sldId="269"/>
            <ac:spMk id="3" creationId="{6481EEA0-18FE-8580-D3B4-FF95622E804A}"/>
          </ac:spMkLst>
        </pc:spChg>
      </pc:sldChg>
      <pc:sldChg chg="addSp delSp modSp new mod">
        <pc:chgData name="Anima Sharma" userId="b2f98e1a3d769a1b" providerId="LiveId" clId="{B219A0B3-5113-49B0-91C2-A4B878C8EC23}" dt="2026-01-28T18:59:53.348" v="2947" actId="1076"/>
        <pc:sldMkLst>
          <pc:docMk/>
          <pc:sldMk cId="3871470162" sldId="270"/>
        </pc:sldMkLst>
        <pc:spChg chg="mod">
          <ac:chgData name="Anima Sharma" userId="b2f98e1a3d769a1b" providerId="LiveId" clId="{B219A0B3-5113-49B0-91C2-A4B878C8EC23}" dt="2026-01-28T18:36:57.118" v="2430" actId="20577"/>
          <ac:spMkLst>
            <pc:docMk/>
            <pc:sldMk cId="3871470162" sldId="270"/>
            <ac:spMk id="2" creationId="{A1CE1C81-FE41-C6FE-B963-459B9F5FC4AD}"/>
          </ac:spMkLst>
        </pc:spChg>
        <pc:spChg chg="add mod">
          <ac:chgData name="Anima Sharma" userId="b2f98e1a3d769a1b" providerId="LiveId" clId="{B219A0B3-5113-49B0-91C2-A4B878C8EC23}" dt="2026-01-28T18:59:53.348" v="2947" actId="1076"/>
          <ac:spMkLst>
            <pc:docMk/>
            <pc:sldMk cId="3871470162" sldId="270"/>
            <ac:spMk id="8" creationId="{3A869260-15E6-3054-D297-D71944FCA5A2}"/>
          </ac:spMkLst>
        </pc:spChg>
        <pc:picChg chg="add mod">
          <ac:chgData name="Anima Sharma" userId="b2f98e1a3d769a1b" providerId="LiveId" clId="{B219A0B3-5113-49B0-91C2-A4B878C8EC23}" dt="2026-01-28T18:58:12.982" v="2905" actId="14100"/>
          <ac:picMkLst>
            <pc:docMk/>
            <pc:sldMk cId="3871470162" sldId="270"/>
            <ac:picMk id="7" creationId="{9DAF3B9C-EAD3-3D77-7B1C-449A193CF4FE}"/>
          </ac:picMkLst>
        </pc:picChg>
      </pc:sldChg>
      <pc:sldChg chg="addSp modSp new mod">
        <pc:chgData name="Anima Sharma" userId="b2f98e1a3d769a1b" providerId="LiveId" clId="{B219A0B3-5113-49B0-91C2-A4B878C8EC23}" dt="2026-01-28T18:30:55.960" v="2399" actId="14100"/>
        <pc:sldMkLst>
          <pc:docMk/>
          <pc:sldMk cId="633723667" sldId="271"/>
        </pc:sldMkLst>
        <pc:spChg chg="mod">
          <ac:chgData name="Anima Sharma" userId="b2f98e1a3d769a1b" providerId="LiveId" clId="{B219A0B3-5113-49B0-91C2-A4B878C8EC23}" dt="2026-01-28T18:24:18.955" v="2232"/>
          <ac:spMkLst>
            <pc:docMk/>
            <pc:sldMk cId="633723667" sldId="271"/>
            <ac:spMk id="2" creationId="{BC5F9E8C-7B26-FEA9-5CFB-FBF4FB35B612}"/>
          </ac:spMkLst>
        </pc:spChg>
        <pc:spChg chg="mod">
          <ac:chgData name="Anima Sharma" userId="b2f98e1a3d769a1b" providerId="LiveId" clId="{B219A0B3-5113-49B0-91C2-A4B878C8EC23}" dt="2026-01-28T18:25:01.989" v="2237"/>
          <ac:spMkLst>
            <pc:docMk/>
            <pc:sldMk cId="633723667" sldId="271"/>
            <ac:spMk id="3" creationId="{0817CF74-0469-96F3-BA77-6749D5921804}"/>
          </ac:spMkLst>
        </pc:spChg>
        <pc:picChg chg="add mod">
          <ac:chgData name="Anima Sharma" userId="b2f98e1a3d769a1b" providerId="LiveId" clId="{B219A0B3-5113-49B0-91C2-A4B878C8EC23}" dt="2026-01-28T18:30:55.960" v="2399" actId="14100"/>
          <ac:picMkLst>
            <pc:docMk/>
            <pc:sldMk cId="633723667" sldId="271"/>
            <ac:picMk id="5" creationId="{8E1BDA60-00FE-9CE2-EF70-D4F268A43655}"/>
          </ac:picMkLst>
        </pc:picChg>
      </pc:sldChg>
      <pc:sldChg chg="addSp modSp new mod">
        <pc:chgData name="Anima Sharma" userId="b2f98e1a3d769a1b" providerId="LiveId" clId="{B219A0B3-5113-49B0-91C2-A4B878C8EC23}" dt="2026-01-28T18:52:18.480" v="2581" actId="14100"/>
        <pc:sldMkLst>
          <pc:docMk/>
          <pc:sldMk cId="3597637824" sldId="272"/>
        </pc:sldMkLst>
        <pc:spChg chg="mod">
          <ac:chgData name="Anima Sharma" userId="b2f98e1a3d769a1b" providerId="LiveId" clId="{B219A0B3-5113-49B0-91C2-A4B878C8EC23}" dt="2026-01-28T18:44:41.682" v="2470" actId="20577"/>
          <ac:spMkLst>
            <pc:docMk/>
            <pc:sldMk cId="3597637824" sldId="272"/>
            <ac:spMk id="2" creationId="{F45358CD-18A1-D9DB-24A5-24753DBAA5B1}"/>
          </ac:spMkLst>
        </pc:spChg>
        <pc:spChg chg="mod">
          <ac:chgData name="Anima Sharma" userId="b2f98e1a3d769a1b" providerId="LiveId" clId="{B219A0B3-5113-49B0-91C2-A4B878C8EC23}" dt="2026-01-28T18:50:49.548" v="2576" actId="20577"/>
          <ac:spMkLst>
            <pc:docMk/>
            <pc:sldMk cId="3597637824" sldId="272"/>
            <ac:spMk id="3" creationId="{1633FC0D-0C31-3B95-08E1-AC4F2CF198EF}"/>
          </ac:spMkLst>
        </pc:spChg>
        <pc:picChg chg="add mod">
          <ac:chgData name="Anima Sharma" userId="b2f98e1a3d769a1b" providerId="LiveId" clId="{B219A0B3-5113-49B0-91C2-A4B878C8EC23}" dt="2026-01-28T18:52:18.480" v="2581" actId="14100"/>
          <ac:picMkLst>
            <pc:docMk/>
            <pc:sldMk cId="3597637824" sldId="272"/>
            <ac:picMk id="5" creationId="{C86FDEF0-2B00-C50D-C2AB-F5906D32F2F0}"/>
          </ac:picMkLst>
        </pc:picChg>
      </pc:sldChg>
      <pc:sldChg chg="addSp modSp new mod">
        <pc:chgData name="Anima Sharma" userId="b2f98e1a3d769a1b" providerId="LiveId" clId="{B219A0B3-5113-49B0-91C2-A4B878C8EC23}" dt="2026-01-28T19:06:41.176" v="3012" actId="20577"/>
        <pc:sldMkLst>
          <pc:docMk/>
          <pc:sldMk cId="390467484" sldId="273"/>
        </pc:sldMkLst>
        <pc:spChg chg="mod">
          <ac:chgData name="Anima Sharma" userId="b2f98e1a3d769a1b" providerId="LiveId" clId="{B219A0B3-5113-49B0-91C2-A4B878C8EC23}" dt="2026-01-28T19:01:56.953" v="2968" actId="20577"/>
          <ac:spMkLst>
            <pc:docMk/>
            <pc:sldMk cId="390467484" sldId="273"/>
            <ac:spMk id="2" creationId="{7BF023D3-5C5F-60CB-A047-1B8E93831AF4}"/>
          </ac:spMkLst>
        </pc:spChg>
        <pc:spChg chg="mod">
          <ac:chgData name="Anima Sharma" userId="b2f98e1a3d769a1b" providerId="LiveId" clId="{B219A0B3-5113-49B0-91C2-A4B878C8EC23}" dt="2026-01-28T19:06:41.176" v="3012" actId="20577"/>
          <ac:spMkLst>
            <pc:docMk/>
            <pc:sldMk cId="390467484" sldId="273"/>
            <ac:spMk id="3" creationId="{5461A03A-913D-B56A-DF0C-63362C0452ED}"/>
          </ac:spMkLst>
        </pc:spChg>
        <pc:picChg chg="add mod">
          <ac:chgData name="Anima Sharma" userId="b2f98e1a3d769a1b" providerId="LiveId" clId="{B219A0B3-5113-49B0-91C2-A4B878C8EC23}" dt="2026-01-28T19:06:37.278" v="3011" actId="1076"/>
          <ac:picMkLst>
            <pc:docMk/>
            <pc:sldMk cId="390467484" sldId="273"/>
            <ac:picMk id="5" creationId="{10E19DE4-6A55-7D06-F1C0-1D762ACA4D43}"/>
          </ac:picMkLst>
        </pc:picChg>
      </pc:sldChg>
      <pc:sldChg chg="addSp delSp modSp new mod">
        <pc:chgData name="Anima Sharma" userId="b2f98e1a3d769a1b" providerId="LiveId" clId="{B219A0B3-5113-49B0-91C2-A4B878C8EC23}" dt="2026-01-28T19:08:37.141" v="3043" actId="14100"/>
        <pc:sldMkLst>
          <pc:docMk/>
          <pc:sldMk cId="1852125665" sldId="274"/>
        </pc:sldMkLst>
        <pc:spChg chg="mod">
          <ac:chgData name="Anima Sharma" userId="b2f98e1a3d769a1b" providerId="LiveId" clId="{B219A0B3-5113-49B0-91C2-A4B878C8EC23}" dt="2026-01-28T19:07:09.363" v="3037" actId="20577"/>
          <ac:spMkLst>
            <pc:docMk/>
            <pc:sldMk cId="1852125665" sldId="274"/>
            <ac:spMk id="2" creationId="{CD7FC3D0-F7FE-F440-8535-0E74CA785E58}"/>
          </ac:spMkLst>
        </pc:spChg>
        <pc:picChg chg="add mod">
          <ac:chgData name="Anima Sharma" userId="b2f98e1a3d769a1b" providerId="LiveId" clId="{B219A0B3-5113-49B0-91C2-A4B878C8EC23}" dt="2026-01-28T19:08:37.141" v="3043" actId="14100"/>
          <ac:picMkLst>
            <pc:docMk/>
            <pc:sldMk cId="1852125665" sldId="274"/>
            <ac:picMk id="5" creationId="{133A4565-FF51-7E25-2798-A20E68CCE959}"/>
          </ac:picMkLst>
        </pc:picChg>
      </pc:sldChg>
      <pc:sldChg chg="modSp new mod">
        <pc:chgData name="Anima Sharma" userId="b2f98e1a3d769a1b" providerId="LiveId" clId="{B219A0B3-5113-49B0-91C2-A4B878C8EC23}" dt="2026-02-03T08:50:16.142" v="5811" actId="20577"/>
        <pc:sldMkLst>
          <pc:docMk/>
          <pc:sldMk cId="3247552822" sldId="275"/>
        </pc:sldMkLst>
        <pc:spChg chg="mod">
          <ac:chgData name="Anima Sharma" userId="b2f98e1a3d769a1b" providerId="LiveId" clId="{B219A0B3-5113-49B0-91C2-A4B878C8EC23}" dt="2026-01-28T19:08:55.765" v="3064" actId="20577"/>
          <ac:spMkLst>
            <pc:docMk/>
            <pc:sldMk cId="3247552822" sldId="275"/>
            <ac:spMk id="2" creationId="{D941DE42-4875-C427-8B5D-974D2602DA3D}"/>
          </ac:spMkLst>
        </pc:spChg>
        <pc:spChg chg="mod">
          <ac:chgData name="Anima Sharma" userId="b2f98e1a3d769a1b" providerId="LiveId" clId="{B219A0B3-5113-49B0-91C2-A4B878C8EC23}" dt="2026-02-03T08:50:16.142" v="5811" actId="20577"/>
          <ac:spMkLst>
            <pc:docMk/>
            <pc:sldMk cId="3247552822" sldId="275"/>
            <ac:spMk id="3" creationId="{7CEF609A-A9C4-79B0-B6A5-D9F797A14209}"/>
          </ac:spMkLst>
        </pc:spChg>
      </pc:sldChg>
      <pc:sldChg chg="addSp modSp new mod">
        <pc:chgData name="Anima Sharma" userId="b2f98e1a3d769a1b" providerId="LiveId" clId="{B219A0B3-5113-49B0-91C2-A4B878C8EC23}" dt="2026-01-28T19:45:25.051" v="3836" actId="5793"/>
        <pc:sldMkLst>
          <pc:docMk/>
          <pc:sldMk cId="2890834505" sldId="276"/>
        </pc:sldMkLst>
        <pc:spChg chg="mod">
          <ac:chgData name="Anima Sharma" userId="b2f98e1a3d769a1b" providerId="LiveId" clId="{B219A0B3-5113-49B0-91C2-A4B878C8EC23}" dt="2026-01-28T19:15:32.432" v="3253"/>
          <ac:spMkLst>
            <pc:docMk/>
            <pc:sldMk cId="2890834505" sldId="276"/>
            <ac:spMk id="2" creationId="{6749E085-CDE4-2750-F338-2B4E1A27F3E6}"/>
          </ac:spMkLst>
        </pc:spChg>
        <pc:spChg chg="mod">
          <ac:chgData name="Anima Sharma" userId="b2f98e1a3d769a1b" providerId="LiveId" clId="{B219A0B3-5113-49B0-91C2-A4B878C8EC23}" dt="2026-01-28T19:45:25.051" v="3836" actId="5793"/>
          <ac:spMkLst>
            <pc:docMk/>
            <pc:sldMk cId="2890834505" sldId="276"/>
            <ac:spMk id="3" creationId="{955FEEDE-1547-801B-448A-28E1BCF557E8}"/>
          </ac:spMkLst>
        </pc:spChg>
      </pc:sldChg>
      <pc:sldChg chg="addSp delSp modSp new mod">
        <pc:chgData name="Anima Sharma" userId="b2f98e1a3d769a1b" providerId="LiveId" clId="{B219A0B3-5113-49B0-91C2-A4B878C8EC23}" dt="2026-01-28T19:51:02.731" v="4221" actId="5793"/>
        <pc:sldMkLst>
          <pc:docMk/>
          <pc:sldMk cId="361595572" sldId="278"/>
        </pc:sldMkLst>
        <pc:spChg chg="mod">
          <ac:chgData name="Anima Sharma" userId="b2f98e1a3d769a1b" providerId="LiveId" clId="{B219A0B3-5113-49B0-91C2-A4B878C8EC23}" dt="2026-01-28T19:16:11.673" v="3259"/>
          <ac:spMkLst>
            <pc:docMk/>
            <pc:sldMk cId="361595572" sldId="278"/>
            <ac:spMk id="2" creationId="{B6946B0D-3FE5-2B1E-4395-4CA8C178B948}"/>
          </ac:spMkLst>
        </pc:spChg>
        <pc:spChg chg="mod">
          <ac:chgData name="Anima Sharma" userId="b2f98e1a3d769a1b" providerId="LiveId" clId="{B219A0B3-5113-49B0-91C2-A4B878C8EC23}" dt="2026-01-28T19:51:02.731" v="4221" actId="5793"/>
          <ac:spMkLst>
            <pc:docMk/>
            <pc:sldMk cId="361595572" sldId="278"/>
            <ac:spMk id="3" creationId="{7C9D40CD-8977-F207-CE5D-72586A468C8B}"/>
          </ac:spMkLst>
        </pc:spChg>
      </pc:sldChg>
      <pc:sldChg chg="modSp new mod">
        <pc:chgData name="Anima Sharma" userId="b2f98e1a3d769a1b" providerId="LiveId" clId="{B219A0B3-5113-49B0-91C2-A4B878C8EC23}" dt="2026-01-28T20:00:53.820" v="4905" actId="5793"/>
        <pc:sldMkLst>
          <pc:docMk/>
          <pc:sldMk cId="1168196930" sldId="279"/>
        </pc:sldMkLst>
        <pc:spChg chg="mod">
          <ac:chgData name="Anima Sharma" userId="b2f98e1a3d769a1b" providerId="LiveId" clId="{B219A0B3-5113-49B0-91C2-A4B878C8EC23}" dt="2026-01-28T19:16:24.688" v="3261"/>
          <ac:spMkLst>
            <pc:docMk/>
            <pc:sldMk cId="1168196930" sldId="279"/>
            <ac:spMk id="2" creationId="{16E05724-24F7-AF6E-0372-9F69D9375A78}"/>
          </ac:spMkLst>
        </pc:spChg>
        <pc:spChg chg="mod">
          <ac:chgData name="Anima Sharma" userId="b2f98e1a3d769a1b" providerId="LiveId" clId="{B219A0B3-5113-49B0-91C2-A4B878C8EC23}" dt="2026-01-28T20:00:53.820" v="4905" actId="5793"/>
          <ac:spMkLst>
            <pc:docMk/>
            <pc:sldMk cId="1168196930" sldId="279"/>
            <ac:spMk id="3" creationId="{454D873A-4C0E-BB9C-4191-18961602204B}"/>
          </ac:spMkLst>
        </pc:spChg>
      </pc:sldChg>
      <pc:sldChg chg="addSp modSp new mod">
        <pc:chgData name="Anima Sharma" userId="b2f98e1a3d769a1b" providerId="LiveId" clId="{B219A0B3-5113-49B0-91C2-A4B878C8EC23}" dt="2026-01-28T20:04:06.361" v="4917" actId="1076"/>
        <pc:sldMkLst>
          <pc:docMk/>
          <pc:sldMk cId="2965584600" sldId="280"/>
        </pc:sldMkLst>
        <pc:spChg chg="mod">
          <ac:chgData name="Anima Sharma" userId="b2f98e1a3d769a1b" providerId="LiveId" clId="{B219A0B3-5113-49B0-91C2-A4B878C8EC23}" dt="2026-01-28T19:16:39.012" v="3263"/>
          <ac:spMkLst>
            <pc:docMk/>
            <pc:sldMk cId="2965584600" sldId="280"/>
            <ac:spMk id="2" creationId="{233A6544-F26D-8A3B-9527-EDF2D21331A3}"/>
          </ac:spMkLst>
        </pc:spChg>
        <pc:spChg chg="mod">
          <ac:chgData name="Anima Sharma" userId="b2f98e1a3d769a1b" providerId="LiveId" clId="{B219A0B3-5113-49B0-91C2-A4B878C8EC23}" dt="2026-01-28T20:03:53.766" v="4916"/>
          <ac:spMkLst>
            <pc:docMk/>
            <pc:sldMk cId="2965584600" sldId="280"/>
            <ac:spMk id="3" creationId="{31ED710E-B1D5-3673-27A2-E20CE81E52C6}"/>
          </ac:spMkLst>
        </pc:spChg>
        <pc:picChg chg="add mod">
          <ac:chgData name="Anima Sharma" userId="b2f98e1a3d769a1b" providerId="LiveId" clId="{B219A0B3-5113-49B0-91C2-A4B878C8EC23}" dt="2026-01-28T20:04:06.361" v="4917" actId="1076"/>
          <ac:picMkLst>
            <pc:docMk/>
            <pc:sldMk cId="2965584600" sldId="280"/>
            <ac:picMk id="5" creationId="{9F2B76E4-B97F-A7F1-4988-BB1CDAA49B73}"/>
          </ac:picMkLst>
        </pc:picChg>
      </pc:sldChg>
      <pc:sldChg chg="modSp new mod">
        <pc:chgData name="Anima Sharma" userId="b2f98e1a3d769a1b" providerId="LiveId" clId="{B219A0B3-5113-49B0-91C2-A4B878C8EC23}" dt="2026-01-28T20:11:24.045" v="5182" actId="5793"/>
        <pc:sldMkLst>
          <pc:docMk/>
          <pc:sldMk cId="1488063119" sldId="281"/>
        </pc:sldMkLst>
        <pc:spChg chg="mod">
          <ac:chgData name="Anima Sharma" userId="b2f98e1a3d769a1b" providerId="LiveId" clId="{B219A0B3-5113-49B0-91C2-A4B878C8EC23}" dt="2026-01-28T20:10:29.250" v="5169" actId="20577"/>
          <ac:spMkLst>
            <pc:docMk/>
            <pc:sldMk cId="1488063119" sldId="281"/>
            <ac:spMk id="2" creationId="{3FCF77EB-98BA-F763-2BA5-F15ADB84A946}"/>
          </ac:spMkLst>
        </pc:spChg>
        <pc:spChg chg="mod">
          <ac:chgData name="Anima Sharma" userId="b2f98e1a3d769a1b" providerId="LiveId" clId="{B219A0B3-5113-49B0-91C2-A4B878C8EC23}" dt="2026-01-28T20:11:24.045" v="5182" actId="5793"/>
          <ac:spMkLst>
            <pc:docMk/>
            <pc:sldMk cId="1488063119" sldId="281"/>
            <ac:spMk id="3" creationId="{2FC8000F-36B9-7CED-B6B1-2E1F2B2A1BAC}"/>
          </ac:spMkLst>
        </pc:spChg>
      </pc:sldChg>
      <pc:sldChg chg="addSp delSp modSp new mod">
        <pc:chgData name="Anima Sharma" userId="b2f98e1a3d769a1b" providerId="LiveId" clId="{B219A0B3-5113-49B0-91C2-A4B878C8EC23}" dt="2026-01-28T20:13:39.140" v="5227" actId="5793"/>
        <pc:sldMkLst>
          <pc:docMk/>
          <pc:sldMk cId="303676100" sldId="282"/>
        </pc:sldMkLst>
        <pc:spChg chg="mod">
          <ac:chgData name="Anima Sharma" userId="b2f98e1a3d769a1b" providerId="LiveId" clId="{B219A0B3-5113-49B0-91C2-A4B878C8EC23}" dt="2026-01-28T20:12:08.983" v="5205" actId="20577"/>
          <ac:spMkLst>
            <pc:docMk/>
            <pc:sldMk cId="303676100" sldId="282"/>
            <ac:spMk id="2" creationId="{55FE1823-A051-DC6D-30A7-AAB171A584B0}"/>
          </ac:spMkLst>
        </pc:spChg>
        <pc:spChg chg="add del mod">
          <ac:chgData name="Anima Sharma" userId="b2f98e1a3d769a1b" providerId="LiveId" clId="{B219A0B3-5113-49B0-91C2-A4B878C8EC23}" dt="2026-01-28T20:13:39.140" v="5227" actId="5793"/>
          <ac:spMkLst>
            <pc:docMk/>
            <pc:sldMk cId="303676100" sldId="282"/>
            <ac:spMk id="3" creationId="{EA87B0C1-DBC1-17FC-EAFB-3587322A99CF}"/>
          </ac:spMkLst>
        </pc:spChg>
      </pc:sldChg>
      <pc:sldChg chg="modSp new mod">
        <pc:chgData name="Anima Sharma" userId="b2f98e1a3d769a1b" providerId="LiveId" clId="{B219A0B3-5113-49B0-91C2-A4B878C8EC23}" dt="2026-01-28T20:20:38.546" v="5405" actId="1076"/>
        <pc:sldMkLst>
          <pc:docMk/>
          <pc:sldMk cId="536108897" sldId="284"/>
        </pc:sldMkLst>
        <pc:spChg chg="mod">
          <ac:chgData name="Anima Sharma" userId="b2f98e1a3d769a1b" providerId="LiveId" clId="{B219A0B3-5113-49B0-91C2-A4B878C8EC23}" dt="2026-01-28T19:17:32.943" v="3271"/>
          <ac:spMkLst>
            <pc:docMk/>
            <pc:sldMk cId="536108897" sldId="284"/>
            <ac:spMk id="2" creationId="{266803C1-379A-0AA0-0605-D086EC205148}"/>
          </ac:spMkLst>
        </pc:spChg>
        <pc:spChg chg="mod">
          <ac:chgData name="Anima Sharma" userId="b2f98e1a3d769a1b" providerId="LiveId" clId="{B219A0B3-5113-49B0-91C2-A4B878C8EC23}" dt="2026-01-28T20:20:38.546" v="5405" actId="1076"/>
          <ac:spMkLst>
            <pc:docMk/>
            <pc:sldMk cId="536108897" sldId="284"/>
            <ac:spMk id="3" creationId="{CB732C4A-29AE-B716-13F7-76DADDC43D56}"/>
          </ac:spMkLst>
        </pc:spChg>
      </pc:sldChg>
      <pc:sldChg chg="addSp delSp modSp new mod">
        <pc:chgData name="Anima Sharma" userId="b2f98e1a3d769a1b" providerId="LiveId" clId="{B219A0B3-5113-49B0-91C2-A4B878C8EC23}" dt="2026-01-28T20:29:23.273" v="5451" actId="14100"/>
        <pc:sldMkLst>
          <pc:docMk/>
          <pc:sldMk cId="1426252977" sldId="285"/>
        </pc:sldMkLst>
        <pc:spChg chg="mod">
          <ac:chgData name="Anima Sharma" userId="b2f98e1a3d769a1b" providerId="LiveId" clId="{B219A0B3-5113-49B0-91C2-A4B878C8EC23}" dt="2026-01-28T20:22:58.949" v="5441" actId="20577"/>
          <ac:spMkLst>
            <pc:docMk/>
            <pc:sldMk cId="1426252977" sldId="285"/>
            <ac:spMk id="2" creationId="{72BB1AC9-1E58-B2D3-D9ED-2F8FB41F8DE3}"/>
          </ac:spMkLst>
        </pc:spChg>
        <pc:picChg chg="add mod">
          <ac:chgData name="Anima Sharma" userId="b2f98e1a3d769a1b" providerId="LiveId" clId="{B219A0B3-5113-49B0-91C2-A4B878C8EC23}" dt="2026-01-28T20:29:23.273" v="5451" actId="14100"/>
          <ac:picMkLst>
            <pc:docMk/>
            <pc:sldMk cId="1426252977" sldId="285"/>
            <ac:picMk id="9" creationId="{0B2F6412-6D45-7748-1652-F695A9C0E982}"/>
          </ac:picMkLst>
        </pc:picChg>
      </pc:sldChg>
      <pc:sldChg chg="modSp new mod">
        <pc:chgData name="Anima Sharma" userId="b2f98e1a3d769a1b" providerId="LiveId" clId="{B219A0B3-5113-49B0-91C2-A4B878C8EC23}" dt="2026-01-28T20:42:04.001" v="5729" actId="20577"/>
        <pc:sldMkLst>
          <pc:docMk/>
          <pc:sldMk cId="1930909237" sldId="286"/>
        </pc:sldMkLst>
        <pc:spChg chg="mod">
          <ac:chgData name="Anima Sharma" userId="b2f98e1a3d769a1b" providerId="LiveId" clId="{B219A0B3-5113-49B0-91C2-A4B878C8EC23}" dt="2026-01-28T20:37:59.597" v="5652" actId="20577"/>
          <ac:spMkLst>
            <pc:docMk/>
            <pc:sldMk cId="1930909237" sldId="286"/>
            <ac:spMk id="2" creationId="{331BEF09-BEFB-C9F1-4EDF-51AB19655241}"/>
          </ac:spMkLst>
        </pc:spChg>
        <pc:spChg chg="mod">
          <ac:chgData name="Anima Sharma" userId="b2f98e1a3d769a1b" providerId="LiveId" clId="{B219A0B3-5113-49B0-91C2-A4B878C8EC23}" dt="2026-01-28T20:42:04.001" v="5729" actId="20577"/>
          <ac:spMkLst>
            <pc:docMk/>
            <pc:sldMk cId="1930909237" sldId="286"/>
            <ac:spMk id="3" creationId="{74369AB7-837B-7D31-EC4F-BC8EF653285F}"/>
          </ac:spMkLst>
        </pc:spChg>
      </pc:sldChg>
      <pc:sldChg chg="modSp new mod">
        <pc:chgData name="Anima Sharma" userId="b2f98e1a3d769a1b" providerId="LiveId" clId="{B219A0B3-5113-49B0-91C2-A4B878C8EC23}" dt="2026-01-28T19:48:48.661" v="4056" actId="5793"/>
        <pc:sldMkLst>
          <pc:docMk/>
          <pc:sldMk cId="1557946621" sldId="287"/>
        </pc:sldMkLst>
        <pc:spChg chg="mod">
          <ac:chgData name="Anima Sharma" userId="b2f98e1a3d769a1b" providerId="LiveId" clId="{B219A0B3-5113-49B0-91C2-A4B878C8EC23}" dt="2026-01-28T19:46:44.011" v="3867" actId="20577"/>
          <ac:spMkLst>
            <pc:docMk/>
            <pc:sldMk cId="1557946621" sldId="287"/>
            <ac:spMk id="2" creationId="{F3D3DC95-47CE-C976-1729-14EF44E32322}"/>
          </ac:spMkLst>
        </pc:spChg>
        <pc:spChg chg="mod">
          <ac:chgData name="Anima Sharma" userId="b2f98e1a3d769a1b" providerId="LiveId" clId="{B219A0B3-5113-49B0-91C2-A4B878C8EC23}" dt="2026-01-28T19:48:48.661" v="4056" actId="5793"/>
          <ac:spMkLst>
            <pc:docMk/>
            <pc:sldMk cId="1557946621" sldId="287"/>
            <ac:spMk id="3" creationId="{6642B69D-0E88-9B65-4907-9085AAA18020}"/>
          </ac:spMkLst>
        </pc:spChg>
      </pc:sldChg>
      <pc:sldChg chg="modSp new mod">
        <pc:chgData name="Anima Sharma" userId="b2f98e1a3d769a1b" providerId="LiveId" clId="{B219A0B3-5113-49B0-91C2-A4B878C8EC23}" dt="2026-01-28T19:54:48.495" v="4545" actId="5793"/>
        <pc:sldMkLst>
          <pc:docMk/>
          <pc:sldMk cId="3465675379" sldId="288"/>
        </pc:sldMkLst>
        <pc:spChg chg="mod">
          <ac:chgData name="Anima Sharma" userId="b2f98e1a3d769a1b" providerId="LiveId" clId="{B219A0B3-5113-49B0-91C2-A4B878C8EC23}" dt="2026-01-28T19:51:48.683" v="4240" actId="20577"/>
          <ac:spMkLst>
            <pc:docMk/>
            <pc:sldMk cId="3465675379" sldId="288"/>
            <ac:spMk id="2" creationId="{348B82DF-837C-8F37-5093-E76ADBAFF46A}"/>
          </ac:spMkLst>
        </pc:spChg>
        <pc:spChg chg="mod">
          <ac:chgData name="Anima Sharma" userId="b2f98e1a3d769a1b" providerId="LiveId" clId="{B219A0B3-5113-49B0-91C2-A4B878C8EC23}" dt="2026-01-28T19:54:48.495" v="4545" actId="5793"/>
          <ac:spMkLst>
            <pc:docMk/>
            <pc:sldMk cId="3465675379" sldId="288"/>
            <ac:spMk id="3" creationId="{0210641B-EE38-C786-33B5-FD4F9520EB06}"/>
          </ac:spMkLst>
        </pc:spChg>
      </pc:sldChg>
      <pc:sldChg chg="modSp new mod">
        <pc:chgData name="Anima Sharma" userId="b2f98e1a3d769a1b" providerId="LiveId" clId="{B219A0B3-5113-49B0-91C2-A4B878C8EC23}" dt="2026-01-28T20:09:03.177" v="5142" actId="20577"/>
        <pc:sldMkLst>
          <pc:docMk/>
          <pc:sldMk cId="972688866" sldId="289"/>
        </pc:sldMkLst>
        <pc:spChg chg="mod">
          <ac:chgData name="Anima Sharma" userId="b2f98e1a3d769a1b" providerId="LiveId" clId="{B219A0B3-5113-49B0-91C2-A4B878C8EC23}" dt="2026-01-28T20:06:55.013" v="4967" actId="20577"/>
          <ac:spMkLst>
            <pc:docMk/>
            <pc:sldMk cId="972688866" sldId="289"/>
            <ac:spMk id="2" creationId="{40297278-F6F8-5BD9-C46E-DE13BE4B6039}"/>
          </ac:spMkLst>
        </pc:spChg>
        <pc:spChg chg="mod">
          <ac:chgData name="Anima Sharma" userId="b2f98e1a3d769a1b" providerId="LiveId" clId="{B219A0B3-5113-49B0-91C2-A4B878C8EC23}" dt="2026-01-28T20:09:03.177" v="5142" actId="20577"/>
          <ac:spMkLst>
            <pc:docMk/>
            <pc:sldMk cId="972688866" sldId="289"/>
            <ac:spMk id="3" creationId="{B9FB3CA1-7479-62B3-5700-C162B3A4A8E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FBB2B8-3986-445E-B755-7557CD670951}" type="doc">
      <dgm:prSet loTypeId="urn:microsoft.com/office/officeart/2011/layout/RadialPictureList" loCatId="pictur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93007BE-6CD9-4636-A36A-6852FAC4CF70}">
      <dgm:prSet phldrT="[Text]" phldr="0"/>
      <dgm:spPr/>
      <dgm:t>
        <a:bodyPr/>
        <a:lstStyle/>
        <a:p>
          <a:r>
            <a:rPr lang="en-US" b="1" dirty="0">
              <a:latin typeface="Cooper Black" panose="0208090404030B020404" pitchFamily="18" charset="0"/>
            </a:rPr>
            <a:t>PROJECT OBJECTIVE</a:t>
          </a:r>
          <a:endParaRPr lang="en-IN" b="1" dirty="0">
            <a:latin typeface="Cooper Black" panose="0208090404030B020404" pitchFamily="18" charset="0"/>
          </a:endParaRPr>
        </a:p>
      </dgm:t>
    </dgm:pt>
    <dgm:pt modelId="{BA780158-21E1-4EBE-AE6B-166880635705}" type="parTrans" cxnId="{42470D9A-E55F-498F-B291-CF8BBBEB603D}">
      <dgm:prSet/>
      <dgm:spPr/>
      <dgm:t>
        <a:bodyPr/>
        <a:lstStyle/>
        <a:p>
          <a:endParaRPr lang="en-IN"/>
        </a:p>
      </dgm:t>
    </dgm:pt>
    <dgm:pt modelId="{4F6FAEB9-6B70-4717-8D2D-C9A8C95FFE80}" type="sibTrans" cxnId="{42470D9A-E55F-498F-B291-CF8BBBEB603D}">
      <dgm:prSet/>
      <dgm:spPr/>
      <dgm:t>
        <a:bodyPr/>
        <a:lstStyle/>
        <a:p>
          <a:endParaRPr lang="en-IN"/>
        </a:p>
      </dgm:t>
    </dgm:pt>
    <dgm:pt modelId="{4130A66E-9F94-4DE0-931D-E7F04D6D50E0}">
      <dgm:prSet phldrT="[Text]" phldr="0"/>
      <dgm:spPr/>
      <dgm:t>
        <a:bodyPr/>
        <a:lstStyle/>
        <a:p>
          <a:r>
            <a:rPr lang="en-US" dirty="0"/>
            <a:t>    </a:t>
          </a:r>
          <a:endParaRPr lang="en-IN" dirty="0"/>
        </a:p>
      </dgm:t>
    </dgm:pt>
    <dgm:pt modelId="{C9044367-CA56-4550-962A-C728A2140307}" type="parTrans" cxnId="{DC94BE47-6B1A-421E-82E2-8040C74E04C8}">
      <dgm:prSet/>
      <dgm:spPr/>
      <dgm:t>
        <a:bodyPr/>
        <a:lstStyle/>
        <a:p>
          <a:endParaRPr lang="en-IN"/>
        </a:p>
      </dgm:t>
    </dgm:pt>
    <dgm:pt modelId="{7604C252-F70F-4391-B269-58C1478C70EA}" type="sibTrans" cxnId="{DC94BE47-6B1A-421E-82E2-8040C74E04C8}">
      <dgm:prSet/>
      <dgm:spPr/>
      <dgm:t>
        <a:bodyPr/>
        <a:lstStyle/>
        <a:p>
          <a:endParaRPr lang="en-IN"/>
        </a:p>
      </dgm:t>
    </dgm:pt>
    <dgm:pt modelId="{F32C81EC-47E5-4E59-BE2F-78FF9E504761}">
      <dgm:prSet phldrT="[Text]" phldr="0"/>
      <dgm:spPr/>
      <dgm:t>
        <a:bodyPr/>
        <a:lstStyle/>
        <a:p>
          <a:r>
            <a:rPr lang="en-US"/>
            <a:t>     </a:t>
          </a:r>
          <a:endParaRPr lang="en-IN" dirty="0"/>
        </a:p>
      </dgm:t>
    </dgm:pt>
    <dgm:pt modelId="{8907362F-D788-4B52-B523-248F05271EDD}" type="parTrans" cxnId="{30B5B812-815D-444E-93EF-5D64540D10DF}">
      <dgm:prSet/>
      <dgm:spPr/>
      <dgm:t>
        <a:bodyPr/>
        <a:lstStyle/>
        <a:p>
          <a:endParaRPr lang="en-IN"/>
        </a:p>
      </dgm:t>
    </dgm:pt>
    <dgm:pt modelId="{9B1BDD19-409E-4F6C-8AEA-D6EA9034AF17}" type="sibTrans" cxnId="{30B5B812-815D-444E-93EF-5D64540D10DF}">
      <dgm:prSet/>
      <dgm:spPr/>
      <dgm:t>
        <a:bodyPr/>
        <a:lstStyle/>
        <a:p>
          <a:endParaRPr lang="en-IN"/>
        </a:p>
      </dgm:t>
    </dgm:pt>
    <dgm:pt modelId="{5ED3C875-1898-494F-9B46-786032D300ED}">
      <dgm:prSet phldrT="[Text]" phldr="0"/>
      <dgm:spPr/>
      <dgm:t>
        <a:bodyPr/>
        <a:lstStyle/>
        <a:p>
          <a:r>
            <a:rPr lang="en-US" dirty="0"/>
            <a:t>      </a:t>
          </a:r>
          <a:endParaRPr lang="en-IN" dirty="0"/>
        </a:p>
      </dgm:t>
    </dgm:pt>
    <dgm:pt modelId="{525A71C2-1069-42F7-B93F-95FE2A7E3F14}" type="sibTrans" cxnId="{B0FDF338-9000-4C1E-B898-F9B1DB40B5F9}">
      <dgm:prSet/>
      <dgm:spPr/>
      <dgm:t>
        <a:bodyPr/>
        <a:lstStyle/>
        <a:p>
          <a:endParaRPr lang="en-IN"/>
        </a:p>
      </dgm:t>
    </dgm:pt>
    <dgm:pt modelId="{24A5C21D-3768-43F8-996D-54819E6FB371}" type="parTrans" cxnId="{B0FDF338-9000-4C1E-B898-F9B1DB40B5F9}">
      <dgm:prSet/>
      <dgm:spPr/>
      <dgm:t>
        <a:bodyPr/>
        <a:lstStyle/>
        <a:p>
          <a:endParaRPr lang="en-IN"/>
        </a:p>
      </dgm:t>
    </dgm:pt>
    <dgm:pt modelId="{FE6B4575-CCDB-44C8-BD08-C389FC3CD843}" type="pres">
      <dgm:prSet presAssocID="{B8FBB2B8-3986-445E-B755-7557CD670951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06723855-6388-4B52-A312-45CD2B475996}" type="pres">
      <dgm:prSet presAssocID="{A93007BE-6CD9-4636-A36A-6852FAC4CF70}" presName="Parent" presStyleLbl="node1" presStyleIdx="0" presStyleCnt="2">
        <dgm:presLayoutVars>
          <dgm:chMax val="4"/>
          <dgm:chPref val="3"/>
        </dgm:presLayoutVars>
      </dgm:prSet>
      <dgm:spPr/>
    </dgm:pt>
    <dgm:pt modelId="{A3D8F4F4-4F61-4E30-AF5A-7679EF2F9925}" type="pres">
      <dgm:prSet presAssocID="{5ED3C875-1898-494F-9B46-786032D300ED}" presName="Accent" presStyleLbl="node1" presStyleIdx="1" presStyleCnt="2"/>
      <dgm:spPr/>
    </dgm:pt>
    <dgm:pt modelId="{70E55D1C-537F-4705-9192-38A61DB4AC67}" type="pres">
      <dgm:prSet presAssocID="{5ED3C875-1898-494F-9B46-786032D300ED}" presName="Image1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</dgm:spPr>
    </dgm:pt>
    <dgm:pt modelId="{3F1D1F79-EEA3-44CD-B2E5-64E0B78BF659}" type="pres">
      <dgm:prSet presAssocID="{5ED3C875-1898-494F-9B46-786032D300ED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0F80DE97-48C4-4D2D-8982-A84D810E1BFC}" type="pres">
      <dgm:prSet presAssocID="{4130A66E-9F94-4DE0-931D-E7F04D6D50E0}" presName="Image2" presStyleCnt="0"/>
      <dgm:spPr/>
    </dgm:pt>
    <dgm:pt modelId="{463CD6B6-38E2-469B-9EA4-9ACDB6F76BE4}" type="pres">
      <dgm:prSet presAssocID="{4130A66E-9F94-4DE0-931D-E7F04D6D50E0}" presName="Imag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</dgm:spPr>
    </dgm:pt>
    <dgm:pt modelId="{9D9A90B7-B0BB-4029-A885-282B912906A2}" type="pres">
      <dgm:prSet presAssocID="{4130A66E-9F94-4DE0-931D-E7F04D6D50E0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58A44345-33C2-488F-8D0D-9E8E42DE35B5}" type="pres">
      <dgm:prSet presAssocID="{F32C81EC-47E5-4E59-BE2F-78FF9E504761}" presName="Image3" presStyleCnt="0"/>
      <dgm:spPr/>
    </dgm:pt>
    <dgm:pt modelId="{7946B192-6740-42E3-AF89-EFFB92770928}" type="pres">
      <dgm:prSet presAssocID="{F32C81EC-47E5-4E59-BE2F-78FF9E504761}" presName="Imag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ED1651DE-3A8C-4D4F-85B5-D6721272DAF2}" type="pres">
      <dgm:prSet presAssocID="{F32C81EC-47E5-4E59-BE2F-78FF9E504761}" presName="Child3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30B5B812-815D-444E-93EF-5D64540D10DF}" srcId="{A93007BE-6CD9-4636-A36A-6852FAC4CF70}" destId="{F32C81EC-47E5-4E59-BE2F-78FF9E504761}" srcOrd="2" destOrd="0" parTransId="{8907362F-D788-4B52-B523-248F05271EDD}" sibTransId="{9B1BDD19-409E-4F6C-8AEA-D6EA9034AF17}"/>
    <dgm:cxn modelId="{B0FDF338-9000-4C1E-B898-F9B1DB40B5F9}" srcId="{A93007BE-6CD9-4636-A36A-6852FAC4CF70}" destId="{5ED3C875-1898-494F-9B46-786032D300ED}" srcOrd="0" destOrd="0" parTransId="{24A5C21D-3768-43F8-996D-54819E6FB371}" sibTransId="{525A71C2-1069-42F7-B93F-95FE2A7E3F14}"/>
    <dgm:cxn modelId="{3E7AA75C-A0DE-4B10-A522-54DD9AF83125}" type="presOf" srcId="{F32C81EC-47E5-4E59-BE2F-78FF9E504761}" destId="{ED1651DE-3A8C-4D4F-85B5-D6721272DAF2}" srcOrd="0" destOrd="0" presId="urn:microsoft.com/office/officeart/2011/layout/RadialPictureList"/>
    <dgm:cxn modelId="{DC94BE47-6B1A-421E-82E2-8040C74E04C8}" srcId="{A93007BE-6CD9-4636-A36A-6852FAC4CF70}" destId="{4130A66E-9F94-4DE0-931D-E7F04D6D50E0}" srcOrd="1" destOrd="0" parTransId="{C9044367-CA56-4550-962A-C728A2140307}" sibTransId="{7604C252-F70F-4391-B269-58C1478C70EA}"/>
    <dgm:cxn modelId="{3DCF8285-F355-4211-A8E3-349334267587}" type="presOf" srcId="{5ED3C875-1898-494F-9B46-786032D300ED}" destId="{3F1D1F79-EEA3-44CD-B2E5-64E0B78BF659}" srcOrd="0" destOrd="0" presId="urn:microsoft.com/office/officeart/2011/layout/RadialPictureList"/>
    <dgm:cxn modelId="{42470D9A-E55F-498F-B291-CF8BBBEB603D}" srcId="{B8FBB2B8-3986-445E-B755-7557CD670951}" destId="{A93007BE-6CD9-4636-A36A-6852FAC4CF70}" srcOrd="0" destOrd="0" parTransId="{BA780158-21E1-4EBE-AE6B-166880635705}" sibTransId="{4F6FAEB9-6B70-4717-8D2D-C9A8C95FFE80}"/>
    <dgm:cxn modelId="{90B0BDB6-7B5B-404D-8C7F-C28168D82464}" type="presOf" srcId="{4130A66E-9F94-4DE0-931D-E7F04D6D50E0}" destId="{9D9A90B7-B0BB-4029-A885-282B912906A2}" srcOrd="0" destOrd="0" presId="urn:microsoft.com/office/officeart/2011/layout/RadialPictureList"/>
    <dgm:cxn modelId="{49E252C1-F568-4270-B326-F2375AC6693B}" type="presOf" srcId="{B8FBB2B8-3986-445E-B755-7557CD670951}" destId="{FE6B4575-CCDB-44C8-BD08-C389FC3CD843}" srcOrd="0" destOrd="0" presId="urn:microsoft.com/office/officeart/2011/layout/RadialPictureList"/>
    <dgm:cxn modelId="{1C66B0D1-F381-42C4-9F77-4944EBE88684}" type="presOf" srcId="{A93007BE-6CD9-4636-A36A-6852FAC4CF70}" destId="{06723855-6388-4B52-A312-45CD2B475996}" srcOrd="0" destOrd="0" presId="urn:microsoft.com/office/officeart/2011/layout/RadialPictureList"/>
    <dgm:cxn modelId="{BAF2168B-7ED7-4A91-8B58-B27FD981048E}" type="presParOf" srcId="{FE6B4575-CCDB-44C8-BD08-C389FC3CD843}" destId="{06723855-6388-4B52-A312-45CD2B475996}" srcOrd="0" destOrd="0" presId="urn:microsoft.com/office/officeart/2011/layout/RadialPictureList"/>
    <dgm:cxn modelId="{F96055CD-57E8-4A86-96A0-DBA94EADED10}" type="presParOf" srcId="{FE6B4575-CCDB-44C8-BD08-C389FC3CD843}" destId="{A3D8F4F4-4F61-4E30-AF5A-7679EF2F9925}" srcOrd="1" destOrd="0" presId="urn:microsoft.com/office/officeart/2011/layout/RadialPictureList"/>
    <dgm:cxn modelId="{40EBF04C-D70F-48DF-98A2-51917E0D9709}" type="presParOf" srcId="{FE6B4575-CCDB-44C8-BD08-C389FC3CD843}" destId="{70E55D1C-537F-4705-9192-38A61DB4AC67}" srcOrd="2" destOrd="0" presId="urn:microsoft.com/office/officeart/2011/layout/RadialPictureList"/>
    <dgm:cxn modelId="{6108BB3A-2E28-48F8-BF78-F731B5637512}" type="presParOf" srcId="{FE6B4575-CCDB-44C8-BD08-C389FC3CD843}" destId="{3F1D1F79-EEA3-44CD-B2E5-64E0B78BF659}" srcOrd="3" destOrd="0" presId="urn:microsoft.com/office/officeart/2011/layout/RadialPictureList"/>
    <dgm:cxn modelId="{02C2FB0C-5659-48E5-A30A-8926E2673D2B}" type="presParOf" srcId="{FE6B4575-CCDB-44C8-BD08-C389FC3CD843}" destId="{0F80DE97-48C4-4D2D-8982-A84D810E1BFC}" srcOrd="4" destOrd="0" presId="urn:microsoft.com/office/officeart/2011/layout/RadialPictureList"/>
    <dgm:cxn modelId="{2AC5A30F-2589-481D-8338-BC381649E922}" type="presParOf" srcId="{0F80DE97-48C4-4D2D-8982-A84D810E1BFC}" destId="{463CD6B6-38E2-469B-9EA4-9ACDB6F76BE4}" srcOrd="0" destOrd="0" presId="urn:microsoft.com/office/officeart/2011/layout/RadialPictureList"/>
    <dgm:cxn modelId="{00FE164D-2BCD-4540-92A3-DCE749B389F0}" type="presParOf" srcId="{FE6B4575-CCDB-44C8-BD08-C389FC3CD843}" destId="{9D9A90B7-B0BB-4029-A885-282B912906A2}" srcOrd="5" destOrd="0" presId="urn:microsoft.com/office/officeart/2011/layout/RadialPictureList"/>
    <dgm:cxn modelId="{8981D996-226F-498A-ACD4-1B8577760A19}" type="presParOf" srcId="{FE6B4575-CCDB-44C8-BD08-C389FC3CD843}" destId="{58A44345-33C2-488F-8D0D-9E8E42DE35B5}" srcOrd="6" destOrd="0" presId="urn:microsoft.com/office/officeart/2011/layout/RadialPictureList"/>
    <dgm:cxn modelId="{11B82449-2009-444E-AB7B-C5D29734B19A}" type="presParOf" srcId="{58A44345-33C2-488F-8D0D-9E8E42DE35B5}" destId="{7946B192-6740-42E3-AF89-EFFB92770928}" srcOrd="0" destOrd="0" presId="urn:microsoft.com/office/officeart/2011/layout/RadialPictureList"/>
    <dgm:cxn modelId="{1AF863F9-2663-4483-BF00-124C79822B04}" type="presParOf" srcId="{FE6B4575-CCDB-44C8-BD08-C389FC3CD843}" destId="{ED1651DE-3A8C-4D4F-85B5-D6721272DAF2}" srcOrd="7" destOrd="0" presId="urn:microsoft.com/office/officeart/2011/layout/RadialPictureList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23855-6388-4B52-A312-45CD2B475996}">
      <dsp:nvSpPr>
        <dsp:cNvPr id="0" name=""/>
        <dsp:cNvSpPr/>
      </dsp:nvSpPr>
      <dsp:spPr>
        <a:xfrm>
          <a:off x="2170174" y="1675440"/>
          <a:ext cx="3013237" cy="3013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>
              <a:latin typeface="Cooper Black" panose="0208090404030B020404" pitchFamily="18" charset="0"/>
            </a:rPr>
            <a:t>PROJECT OBJECTIVE</a:t>
          </a:r>
          <a:endParaRPr lang="en-IN" sz="2600" b="1" kern="1200" dirty="0">
            <a:latin typeface="Cooper Black" panose="0208090404030B020404" pitchFamily="18" charset="0"/>
          </a:endParaRPr>
        </a:p>
      </dsp:txBody>
      <dsp:txXfrm>
        <a:off x="2611452" y="2116740"/>
        <a:ext cx="2130681" cy="2130786"/>
      </dsp:txXfrm>
    </dsp:sp>
    <dsp:sp modelId="{A3D8F4F4-4F61-4E30-AF5A-7679EF2F9925}">
      <dsp:nvSpPr>
        <dsp:cNvPr id="0" name=""/>
        <dsp:cNvSpPr/>
      </dsp:nvSpPr>
      <dsp:spPr>
        <a:xfrm>
          <a:off x="616290" y="0"/>
          <a:ext cx="6074189" cy="6331974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E55D1C-537F-4705-9192-38A61DB4AC67}">
      <dsp:nvSpPr>
        <dsp:cNvPr id="0" name=""/>
        <dsp:cNvSpPr/>
      </dsp:nvSpPr>
      <dsp:spPr>
        <a:xfrm>
          <a:off x="5088882" y="533785"/>
          <a:ext cx="1614202" cy="161465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F1D1F79-EEA3-44CD-B2E5-64E0B78BF659}">
      <dsp:nvSpPr>
        <dsp:cNvPr id="0" name=""/>
        <dsp:cNvSpPr/>
      </dsp:nvSpPr>
      <dsp:spPr>
        <a:xfrm>
          <a:off x="6825522" y="559746"/>
          <a:ext cx="2160672" cy="1562731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600" kern="1200" dirty="0"/>
            <a:t>      </a:t>
          </a:r>
          <a:endParaRPr lang="en-IN" sz="2600" kern="1200" dirty="0"/>
        </a:p>
      </dsp:txBody>
      <dsp:txXfrm>
        <a:off x="6825522" y="559746"/>
        <a:ext cx="2160672" cy="1562731"/>
      </dsp:txXfrm>
    </dsp:sp>
    <dsp:sp modelId="{463CD6B6-38E2-469B-9EA4-9ACDB6F76BE4}">
      <dsp:nvSpPr>
        <dsp:cNvPr id="0" name=""/>
        <dsp:cNvSpPr/>
      </dsp:nvSpPr>
      <dsp:spPr>
        <a:xfrm>
          <a:off x="5712776" y="2370691"/>
          <a:ext cx="1614202" cy="1614653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17000" r="-17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D9A90B7-B0BB-4029-A885-282B912906A2}">
      <dsp:nvSpPr>
        <dsp:cNvPr id="0" name=""/>
        <dsp:cNvSpPr/>
      </dsp:nvSpPr>
      <dsp:spPr>
        <a:xfrm>
          <a:off x="7458419" y="2393486"/>
          <a:ext cx="2160672" cy="1562731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600" kern="1200" dirty="0"/>
            <a:t>    </a:t>
          </a:r>
          <a:endParaRPr lang="en-IN" sz="2600" kern="1200" dirty="0"/>
        </a:p>
      </dsp:txBody>
      <dsp:txXfrm>
        <a:off x="7458419" y="2393486"/>
        <a:ext cx="2160672" cy="1562731"/>
      </dsp:txXfrm>
    </dsp:sp>
    <dsp:sp modelId="{7946B192-6740-42E3-AF89-EFFB92770928}">
      <dsp:nvSpPr>
        <dsp:cNvPr id="0" name=""/>
        <dsp:cNvSpPr/>
      </dsp:nvSpPr>
      <dsp:spPr>
        <a:xfrm>
          <a:off x="5088882" y="4233557"/>
          <a:ext cx="1614202" cy="1614653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D1651DE-3A8C-4D4F-85B5-D6721272DAF2}">
      <dsp:nvSpPr>
        <dsp:cNvPr id="0" name=""/>
        <dsp:cNvSpPr/>
      </dsp:nvSpPr>
      <dsp:spPr>
        <a:xfrm>
          <a:off x="6825522" y="4266484"/>
          <a:ext cx="2160672" cy="1562731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2600" kern="1200"/>
            <a:t>     </a:t>
          </a:r>
          <a:endParaRPr lang="en-IN" sz="2600" kern="1200" dirty="0"/>
        </a:p>
      </dsp:txBody>
      <dsp:txXfrm>
        <a:off x="6825522" y="4266484"/>
        <a:ext cx="2160672" cy="15627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27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58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04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4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1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5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25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756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1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10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0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9103DD-E42F-4475-BA50-02C0C7D8426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ECE141-F619-48CE-876F-1F8BFBA9050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90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160417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linkedin.com/in/anima-sharma-46a621399" TargetMode="External"/><Relationship Id="rId2" Type="http://schemas.openxmlformats.org/officeDocument/2006/relationships/hyperlink" Target="mailto:sharmaanima298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C1DC0F-50A7-09BE-77D0-D713AEA653F5}"/>
              </a:ext>
            </a:extLst>
          </p:cNvPr>
          <p:cNvSpPr txBox="1"/>
          <p:nvPr/>
        </p:nvSpPr>
        <p:spPr>
          <a:xfrm>
            <a:off x="111260" y="1290097"/>
            <a:ext cx="40379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oper Black" panose="0208090404030B020404" pitchFamily="18" charset="0"/>
              </a:rPr>
              <a:t>MUSHROOM ANALYSIS PRESENTATION</a:t>
            </a:r>
          </a:p>
          <a:p>
            <a:endParaRPr lang="en-US" sz="3200" dirty="0">
              <a:latin typeface="Cooper Black" panose="0208090404030B020404" pitchFamily="18" charset="0"/>
            </a:endParaRPr>
          </a:p>
          <a:p>
            <a:r>
              <a:rPr lang="en-US" sz="2000" dirty="0">
                <a:latin typeface="Arial Black" panose="020B0A04020102020204" pitchFamily="34" charset="0"/>
              </a:rPr>
              <a:t>By Anima Sharma</a:t>
            </a:r>
          </a:p>
          <a:p>
            <a:endParaRPr lang="en-IN" sz="3200" dirty="0"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C97BD-2659-7375-5D0C-1BA066786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35561" y="0"/>
            <a:ext cx="6656439" cy="6331974"/>
          </a:xfrm>
          <a:prstGeom prst="rect">
            <a:avLst/>
          </a:prstGeom>
        </p:spPr>
      </p:pic>
      <p:sp>
        <p:nvSpPr>
          <p:cNvPr id="7" name="Arrow: Pentagon 6">
            <a:extLst>
              <a:ext uri="{FF2B5EF4-FFF2-40B4-BE49-F238E27FC236}">
                <a16:creationId xmlns:a16="http://schemas.microsoft.com/office/drawing/2014/main" id="{5ED2B434-6E7C-B3C4-2ED9-EA88B60DE8EA}"/>
              </a:ext>
            </a:extLst>
          </p:cNvPr>
          <p:cNvSpPr/>
          <p:nvPr/>
        </p:nvSpPr>
        <p:spPr>
          <a:xfrm>
            <a:off x="0" y="1042220"/>
            <a:ext cx="5466735" cy="2959510"/>
          </a:xfrm>
          <a:prstGeom prst="homePlat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08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870726-E78D-F8B1-4D73-30C4EDF253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274590"/>
              </p:ext>
            </p:extLst>
          </p:nvPr>
        </p:nvGraphicFramePr>
        <p:xfrm>
          <a:off x="-1" y="0"/>
          <a:ext cx="10235382" cy="6331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DA33198-98F3-3F21-7D4B-FE8552995D44}"/>
              </a:ext>
            </a:extLst>
          </p:cNvPr>
          <p:cNvSpPr txBox="1"/>
          <p:nvPr/>
        </p:nvSpPr>
        <p:spPr>
          <a:xfrm>
            <a:off x="8563897" y="1806160"/>
            <a:ext cx="30873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Classify mushrooms as edible or poisonous using data-driven analysis and predictive modeling to ensure safety and informed decision-making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82E05B-2371-A903-5878-152C0319278E}"/>
              </a:ext>
            </a:extLst>
          </p:cNvPr>
          <p:cNvCxnSpPr>
            <a:cxnSpLocks/>
          </p:cNvCxnSpPr>
          <p:nvPr/>
        </p:nvCxnSpPr>
        <p:spPr>
          <a:xfrm>
            <a:off x="8563897" y="3843474"/>
            <a:ext cx="320531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40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1B48-4BD8-C73C-B0CA-78228C27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6EC87-E4CF-4ED7-32DC-49C88F8AE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Dataset Summary:</a:t>
            </a:r>
            <a:endParaRPr lang="en-IN" dirty="0"/>
          </a:p>
          <a:p>
            <a:r>
              <a:rPr lang="en-IN" b="1" dirty="0"/>
              <a:t>Source:</a:t>
            </a:r>
            <a:r>
              <a:rPr lang="en-IN" dirty="0"/>
              <a:t> Mushroom dataset</a:t>
            </a:r>
          </a:p>
          <a:p>
            <a:r>
              <a:rPr lang="en-IN" b="1" dirty="0"/>
              <a:t>Number of Records:</a:t>
            </a:r>
            <a:r>
              <a:rPr lang="en-IN" dirty="0"/>
              <a:t> 61069</a:t>
            </a:r>
          </a:p>
          <a:p>
            <a:r>
              <a:rPr lang="en-IN" b="1" dirty="0"/>
              <a:t>Number of Features:</a:t>
            </a:r>
            <a:r>
              <a:rPr lang="en-IN" dirty="0"/>
              <a:t> 21 features</a:t>
            </a:r>
          </a:p>
          <a:p>
            <a:r>
              <a:rPr lang="en-IN" b="1" dirty="0"/>
              <a:t>Target Variable:</a:t>
            </a:r>
            <a:r>
              <a:rPr lang="en-IN" dirty="0"/>
              <a:t> mushroom_class – Edible (e) or Poisonous (p)</a:t>
            </a:r>
          </a:p>
          <a:p>
            <a:r>
              <a:rPr lang="en-US" b="1" dirty="0"/>
              <a:t>Feature Types:</a:t>
            </a:r>
            <a:endParaRPr lang="en-US" dirty="0"/>
          </a:p>
          <a:p>
            <a:r>
              <a:rPr lang="en-US" b="1" dirty="0"/>
              <a:t>Categorical Features: </a:t>
            </a:r>
            <a:r>
              <a:rPr lang="en-US" dirty="0"/>
              <a:t>18</a:t>
            </a:r>
          </a:p>
          <a:p>
            <a:r>
              <a:rPr lang="en-US" b="1" dirty="0"/>
              <a:t>Numerical Features:</a:t>
            </a:r>
            <a:r>
              <a:rPr lang="en-US" dirty="0"/>
              <a:t> 3</a:t>
            </a:r>
          </a:p>
          <a:p>
            <a:r>
              <a:rPr lang="en-IN" b="1" dirty="0"/>
              <a:t>Target Feature: </a:t>
            </a:r>
            <a:r>
              <a:rPr lang="en-IN" dirty="0"/>
              <a:t>1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99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58CD-18A1-D9DB-24A5-24753DBA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FC0D-0C31-3B95-08E1-AC4F2CF19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Missing Values</a:t>
            </a:r>
          </a:p>
          <a:p>
            <a:r>
              <a:rPr lang="en-US" dirty="0"/>
              <a:t>There are missing values present in columns: </a:t>
            </a:r>
            <a:r>
              <a:rPr lang="en-IN" dirty="0"/>
              <a:t>cap-surface, gill-attachment, gill-spacing, stem-root, stem-surface, veil-type, veil-color, ring-type and spore-print-color.</a:t>
            </a:r>
          </a:p>
          <a:p>
            <a:r>
              <a:rPr lang="en-IN" b="1" dirty="0"/>
              <a:t>Outliers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FDEF0-2B00-C50D-C2AB-F5906D32F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1" y="3428999"/>
            <a:ext cx="4466122" cy="28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37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FC0D-AF19-A25C-F6CB-47BC6CEB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E481159-EA0C-EE81-17B3-5FED90CEE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250534"/>
              </p:ext>
            </p:extLst>
          </p:nvPr>
        </p:nvGraphicFramePr>
        <p:xfrm>
          <a:off x="1106905" y="1846263"/>
          <a:ext cx="10048455" cy="413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857">
                  <a:extLst>
                    <a:ext uri="{9D8B030D-6E8A-4147-A177-3AD203B41FA5}">
                      <a16:colId xmlns:a16="http://schemas.microsoft.com/office/drawing/2014/main" val="61758449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2876724069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987425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30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mushroom_class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 of mushrooms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Poisonous(‘p’) or edible(‘e’)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61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cap_diameter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Diameter of the mushroom cap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6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cap_shape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Shape of the mushroom cap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bell=b, conical=c, convex=x, flat=f, sunken=s, spherical=p, others=o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667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cap_surface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surface texture of the mushroom cap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fibrous=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, grooves=g, scaly=y, smooth=s, shiny=h, leathery=l, silky=k, sticky=t, wrinkled=w, fleshy=e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29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cap_color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color of the mushroom cap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brown=n, buff=b, </a:t>
                      </a:r>
                      <a:r>
                        <a:rPr lang="en-IN" dirty="0" err="1"/>
                        <a:t>gray</a:t>
                      </a:r>
                      <a:r>
                        <a:rPr lang="en-IN" dirty="0"/>
                        <a:t>=g, green=r, pink=</a:t>
                      </a:r>
                      <a:r>
                        <a:rPr lang="en-IN" dirty="0" err="1"/>
                        <a:t>p,purple</a:t>
                      </a:r>
                      <a:r>
                        <a:rPr lang="en-IN" dirty="0"/>
                        <a:t>=u, red=e, white=w, yellow=y, blue=l, orange=o, black=k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510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7C84-0954-033F-876E-6049D1A4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</a:t>
            </a:r>
            <a:r>
              <a:rPr lang="en-US" dirty="0" err="1"/>
              <a:t>Explaination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E46ABB-FD55-41F4-97FE-C21AC2314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752090"/>
              </p:ext>
            </p:extLst>
          </p:nvPr>
        </p:nvGraphicFramePr>
        <p:xfrm>
          <a:off x="1096963" y="1846263"/>
          <a:ext cx="10058397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1452883127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284917827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3482776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77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does_bruise_or_bleed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Whether the mushroom bruises or bleeds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bruises-or-bleeding=</a:t>
                      </a:r>
                      <a:r>
                        <a:rPr lang="en-IN" dirty="0" err="1"/>
                        <a:t>t,no</a:t>
                      </a:r>
                      <a:r>
                        <a:rPr lang="en-IN" dirty="0"/>
                        <a:t>=f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19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gill_attachment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Attachment type of the gills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adnate=a, </a:t>
                      </a:r>
                      <a:r>
                        <a:rPr lang="en-US" dirty="0" err="1"/>
                        <a:t>adnexed</a:t>
                      </a:r>
                      <a:r>
                        <a:rPr lang="en-US" dirty="0"/>
                        <a:t>=x, decurrent=d, free=e, 9. sinuate=s, pores=p, none=f, unknown=?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80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gill_spacing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Spacing between gills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close=c, distant=d, none=f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70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gill_color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Color of the gills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see cap-color + none=f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49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veil-type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veil covering the gills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partial=p, universal=u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260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stem_height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 of the mushroom 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(cm)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3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stem_width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Width of the mushroom 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(mm)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12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stem_color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 of the mushroom 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see cap-color + none=f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164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60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9CEC-F6D6-495C-4E5E-C0A6D4CE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BCE696-FFB7-3FEB-A21B-A2EF1F7BF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908823"/>
              </p:ext>
            </p:extLst>
          </p:nvPr>
        </p:nvGraphicFramePr>
        <p:xfrm>
          <a:off x="1096963" y="1846263"/>
          <a:ext cx="10058397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234251923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544979537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225634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52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stem_root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Root type of the mushroom 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bulbous=b, swollen=s, club=c, cup=u, equal=e, rhizomorphs=z, rooted=r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stem_surface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Surface texture of the mushroom 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see cap-surface + none=f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09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has_ring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Whether the mushroom has a 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ring=t, none=f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816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ring_type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ring on the mushroom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cobwebby=c, evanescent=e, flaring=r, grooved=g, large=l, pendant=p, sheathing=s, zone=z, scaly=y, movable=m, none=f, unknown=?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78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584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9C9B-1967-2AF0-262F-21194001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1B1548-A66C-8990-3232-EEB0E99C8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248762"/>
              </p:ext>
            </p:extLst>
          </p:nvPr>
        </p:nvGraphicFramePr>
        <p:xfrm>
          <a:off x="1096963" y="1846263"/>
          <a:ext cx="10058397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325048611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471218960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914635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480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habitat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Habitat where the mushroom is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grasses=g, leaves=l, meadows=m, paths=p, heaths=h, urban=u, waste=w, woods=d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7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Season in which the mushroom is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Sring</a:t>
                      </a:r>
                      <a:r>
                        <a:rPr lang="en-US" dirty="0"/>
                        <a:t>=s, summer=u, autumn=a, winter=w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94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veil-color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Color of the veil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see cap-color + none=f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63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spore-print-color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 of the spore print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see cap 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9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210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2C0C-E4A4-3744-423F-77F61749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DF86-D27B-845C-0E5F-0D1FDA208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 Quality Assessment</a:t>
            </a:r>
            <a:endParaRPr lang="en-US" dirty="0"/>
          </a:p>
          <a:p>
            <a:r>
              <a:rPr lang="en-US" dirty="0"/>
              <a:t>Verified dataset structure with </a:t>
            </a:r>
            <a:r>
              <a:rPr lang="en-IN" b="1" dirty="0"/>
              <a:t>61069 records and 21 columns</a:t>
            </a:r>
            <a:endParaRPr lang="en-US" b="1" dirty="0"/>
          </a:p>
          <a:p>
            <a:r>
              <a:rPr lang="en-US" dirty="0"/>
              <a:t>Checked for missing, inconsistent, and invalid values across all features</a:t>
            </a:r>
          </a:p>
          <a:p>
            <a:r>
              <a:rPr lang="en-US" b="1" dirty="0"/>
              <a:t>Missing Values </a:t>
            </a:r>
          </a:p>
          <a:p>
            <a:r>
              <a:rPr lang="en-US" dirty="0"/>
              <a:t>Missing values observed in the dataset were treated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Columns </a:t>
            </a:r>
            <a:r>
              <a:rPr lang="en-US" dirty="0" err="1"/>
              <a:t>ring_type</a:t>
            </a:r>
            <a:r>
              <a:rPr lang="en-US" dirty="0"/>
              <a:t>, cap_surface, and </a:t>
            </a:r>
            <a:r>
              <a:rPr lang="en-US" dirty="0" err="1"/>
              <a:t>gill_attachment</a:t>
            </a:r>
            <a:r>
              <a:rPr lang="en-US" dirty="0"/>
              <a:t> were filled using </a:t>
            </a:r>
            <a:r>
              <a:rPr lang="en-US" b="1" dirty="0"/>
              <a:t>mode</a:t>
            </a:r>
            <a:r>
              <a:rPr lang="en-US" dirty="0"/>
              <a:t> due to low to moderate missing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Columns </a:t>
            </a:r>
            <a:r>
              <a:rPr lang="en-US" dirty="0" err="1"/>
              <a:t>gill_spacing</a:t>
            </a:r>
            <a:r>
              <a:rPr lang="en-US" dirty="0"/>
              <a:t>, </a:t>
            </a:r>
            <a:r>
              <a:rPr lang="en-US" dirty="0" err="1"/>
              <a:t>stem_surface</a:t>
            </a:r>
            <a:r>
              <a:rPr lang="en-US" dirty="0"/>
              <a:t>, and </a:t>
            </a:r>
            <a:r>
              <a:rPr lang="en-US" dirty="0" err="1"/>
              <a:t>stem_root</a:t>
            </a:r>
            <a:r>
              <a:rPr lang="en-US" dirty="0"/>
              <a:t> were filled with 'Unknown' because of high missing-value proportions.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Columns </a:t>
            </a:r>
            <a:r>
              <a:rPr lang="en-US" dirty="0" err="1"/>
              <a:t>veil_type</a:t>
            </a:r>
            <a:r>
              <a:rPr lang="en-US" dirty="0"/>
              <a:t>, </a:t>
            </a:r>
            <a:r>
              <a:rPr lang="en-US" dirty="0" err="1"/>
              <a:t>veil_color</a:t>
            </a:r>
            <a:r>
              <a:rPr lang="en-US" dirty="0"/>
              <a:t>, and </a:t>
            </a:r>
            <a:r>
              <a:rPr lang="en-US" dirty="0" err="1"/>
              <a:t>spore_print_color</a:t>
            </a:r>
            <a:r>
              <a:rPr lang="en-US" dirty="0"/>
              <a:t> were </a:t>
            </a:r>
            <a:r>
              <a:rPr lang="en-US" b="1" dirty="0"/>
              <a:t>dropped</a:t>
            </a:r>
            <a:r>
              <a:rPr lang="en-US" dirty="0"/>
              <a:t> due to extremely high missing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64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3576-E3C2-6C49-8352-3545673B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E9E8E-65DF-ADEF-5B96-0177765E0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Duplicates</a:t>
            </a:r>
          </a:p>
          <a:p>
            <a:r>
              <a:rPr lang="en-US" dirty="0"/>
              <a:t>146 duplicate rows were detected. Duplicate rows were not removed, as repetition is expected due to the categorical nature of the dataset.</a:t>
            </a:r>
          </a:p>
          <a:p>
            <a:r>
              <a:rPr lang="en-US" b="1" dirty="0"/>
              <a:t>Categorical Data Handling</a:t>
            </a:r>
            <a:endParaRPr lang="en-US" dirty="0"/>
          </a:p>
          <a:p>
            <a:r>
              <a:rPr lang="en-US" dirty="0"/>
              <a:t>Most features are categorical in nature</a:t>
            </a:r>
          </a:p>
          <a:p>
            <a:r>
              <a:rPr lang="en-US" dirty="0"/>
              <a:t>Applied </a:t>
            </a:r>
            <a:r>
              <a:rPr lang="en-US" b="1" dirty="0"/>
              <a:t>encoding techniques</a:t>
            </a:r>
            <a:r>
              <a:rPr lang="en-US" dirty="0"/>
              <a:t> to convert categorical variables into numerical format suitable for machine learning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Label encoding was applied to the target variable mushroom_class (e → 0, p → 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One-hot encoding was used for feature variables.</a:t>
            </a:r>
          </a:p>
        </p:txBody>
      </p:sp>
    </p:spTree>
    <p:extLst>
      <p:ext uri="{BB962C8B-B14F-4D97-AF65-F5344CB8AC3E}">
        <p14:creationId xmlns:p14="http://schemas.microsoft.com/office/powerpoint/2010/main" val="1191991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BE04-7F72-67EE-8D63-5C2FD4CC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BA3E-E405-5CEA-D627-44EDCBD7D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Outliers Treatment</a:t>
            </a:r>
          </a:p>
          <a:p>
            <a:pPr marL="0" indent="0">
              <a:buNone/>
            </a:pPr>
            <a:r>
              <a:rPr lang="en-US" dirty="0"/>
              <a:t>Outliers in numerical columns were handled using the capping method to reduce skewness without data loss.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Column Name Enhancing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Column names were standardized by replacing hyphens (-) with underscores (_).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target column '</a:t>
            </a:r>
            <a:r>
              <a:rPr lang="en-US" dirty="0" err="1"/>
              <a:t>class'</a:t>
            </a:r>
            <a:r>
              <a:rPr lang="en-US" dirty="0"/>
              <a:t> was renamed to 'mushroom_class.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155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D0E6-D858-9B58-1B27-B79A6995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86F69-CC8B-C9E6-D893-777DCC9B4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675418" cy="1084279"/>
          </a:xfrm>
        </p:spPr>
        <p:txBody>
          <a:bodyPr>
            <a:noAutofit/>
          </a:bodyPr>
          <a:lstStyle/>
          <a:p>
            <a:r>
              <a:rPr lang="en-US" b="1" dirty="0"/>
              <a:t>EDA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target variable shows a balanced distribution, enabling unbiased analysis and model training.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AB4B3-61D7-1354-00E3-B435345E5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181" y="1845734"/>
            <a:ext cx="6711499" cy="448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2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9E8C-7B26-FEA9-5CFB-FBF4FB35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CF74-0469-96F3-BA77-6749D5921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Gill color</a:t>
            </a:r>
            <a:r>
              <a:rPr lang="en-US" dirty="0"/>
              <a:t> shows a strong relationship with mushroom class, with certain gill colors predominantly associated with poisonous mushrooms.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BDA60-00FE-9CE2-EF70-D4F268A43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595716"/>
            <a:ext cx="10681765" cy="364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2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10F9-4D55-EC53-43C8-D48FC074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1E49-163E-4D03-8CE7-5F5209D21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62216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Spore print color</a:t>
            </a:r>
            <a:r>
              <a:rPr lang="en-US" dirty="0"/>
              <a:t> exhibits a clear dependency on the target variable, indicating high discriminatory power between edible and poisonous classes.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E8EF3-1116-7DA9-9224-07B767C5F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467896"/>
            <a:ext cx="10160655" cy="38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00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470FE-AC36-BCF9-DC29-62270CE9D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EEA0-18FE-8580-D3B4-FF95622E8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Stalk-related features</a:t>
            </a:r>
            <a:r>
              <a:rPr lang="en-US" dirty="0"/>
              <a:t> (such as stalk surface and stalk shape) contribute significantly to classification by reinforcing patterns observed in other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Cap-related features</a:t>
            </a:r>
            <a:r>
              <a:rPr lang="en-US" dirty="0"/>
              <a:t> (cap color and cap shape) show moderate influence and improve prediction accuracy when combined with stronger predictors.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Habitat</a:t>
            </a:r>
            <a:r>
              <a:rPr lang="en-US" dirty="0"/>
              <a:t> provides contextual support, helping refine predictions, though it is not a decisive feature on its own.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FINAL INSIGHT – </a:t>
            </a:r>
          </a:p>
          <a:p>
            <a:pPr marL="0" indent="0">
              <a:buNone/>
            </a:pPr>
            <a:r>
              <a:rPr lang="en-US" dirty="0"/>
              <a:t>EDA revealed that gill color, spore print color, and stalk characteristics exhibit the strongest relationships with mushroom edibility, making them key drivers for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45568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1C81-FE41-C6FE-B963-459B9F5F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AF3B9C-EAD3-3D77-7B1C-449A193CF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633" y="1910431"/>
            <a:ext cx="7931216" cy="432994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869260-15E6-3054-D297-D71944FCA5A2}"/>
              </a:ext>
            </a:extLst>
          </p:cNvPr>
          <p:cNvSpPr txBox="1"/>
          <p:nvPr/>
        </p:nvSpPr>
        <p:spPr>
          <a:xfrm>
            <a:off x="1097280" y="3429000"/>
            <a:ext cx="20533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Boxplot Visuals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71470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23D3-5C5F-60CB-A047-1B8E9383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1A03A-913D-B56A-DF0C-63362C045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Skewness</a:t>
            </a:r>
          </a:p>
          <a:p>
            <a:r>
              <a:rPr lang="en-US" dirty="0"/>
              <a:t>Since the dataset is fully categorical, skewness is observed in terms of category dominance rather than positive or negative numerical skewness.</a:t>
            </a:r>
          </a:p>
          <a:p>
            <a:endParaRPr lang="en-US" dirty="0"/>
          </a:p>
          <a:p>
            <a:r>
              <a:rPr lang="en-US" b="1" dirty="0"/>
              <a:t>Statistical Measures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19DE4-6A55-7D06-F1C0-1D762ACA4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4000189"/>
            <a:ext cx="6096851" cy="186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7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C3D0-F7FE-F440-8535-0E74CA78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A4565-FF51-7E25-2798-A20E68CCE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57137"/>
            <a:ext cx="10058399" cy="4186989"/>
          </a:xfrm>
        </p:spPr>
      </p:pic>
    </p:spTree>
    <p:extLst>
      <p:ext uri="{BB962C8B-B14F-4D97-AF65-F5344CB8AC3E}">
        <p14:creationId xmlns:p14="http://schemas.microsoft.com/office/powerpoint/2010/main" val="1852125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DE42-4875-C427-8B5D-974D2602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609A-A9C4-79B0-B6A5-D9F797A14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strong positives were observed.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good positive relation is observed between cap diameter and </a:t>
            </a:r>
            <a:r>
              <a:rPr lang="en-US"/>
              <a:t>stem width.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strong negatives were observed.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Due to absence of strong positives and negatives, multicollinearity was not seen between numerical features.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55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E085-CDE4-2750-F338-2B4E1A27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EEDE-1547-801B-448A-28E1BCF55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machine learning is 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To Develop a predictive model to classify mushrooms as </a:t>
            </a:r>
            <a:r>
              <a:rPr lang="en-US" b="1" dirty="0"/>
              <a:t>edible or poisonous.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To Evaluate multiple classification models to identify the best-performing approach.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Problem Framing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Type of problem: </a:t>
            </a:r>
            <a:r>
              <a:rPr lang="en-IN" b="1" dirty="0"/>
              <a:t>Binary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Input: </a:t>
            </a:r>
            <a:r>
              <a:rPr lang="en-US" dirty="0"/>
              <a:t>Mushroom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Output: Mushroom class (Edible/Poisonous)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Approach: Supervised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83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DC95-47CE-C976-1729-14EF44E3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for 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B69D-0E88-9B65-4907-9085AAA18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Cleaned the data by treating missing values.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Encoded categorial variables into numerical format.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dataset was then prepared fir machine learning compatibility.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946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6B0D-3FE5-2B1E-4395-4CA8C178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Train–Test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40CD-8977-F207-CE5D-72586A468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split into training and testing sets.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was split in the ratio of 80 to 20.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80% of data was taken for training.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Remaining 20</a:t>
            </a:r>
            <a:r>
              <a:rPr lang="en-IN" dirty="0"/>
              <a:t>% was taken for testing.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Maintained class distribution across splits.</a:t>
            </a:r>
          </a:p>
        </p:txBody>
      </p:sp>
    </p:spTree>
    <p:extLst>
      <p:ext uri="{BB962C8B-B14F-4D97-AF65-F5344CB8AC3E}">
        <p14:creationId xmlns:p14="http://schemas.microsoft.com/office/powerpoint/2010/main" val="361595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82DF-837C-8F37-5093-E76ADBAF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Implemented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0641B-EE38-C786-33B5-FD4F9520E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models which were implemented were as follows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Decision Tree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Random Forest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XG Boost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Ada Boost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Logistic Regression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models were selected were selected because </a:t>
            </a:r>
            <a:r>
              <a:rPr lang="en-IN" dirty="0"/>
              <a:t>of their high performance and the fact that they are suitable for categorial feature based classification.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75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5724-24F7-AF6E-0372-9F69D937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D873A-4C0E-BB9C-4191-189616022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taken for model evaluation were as follows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Accuracy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Precision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Recall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F1 score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Confusion Matrix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all are used because it is a classification problem.</a:t>
            </a:r>
          </a:p>
          <a:p>
            <a:pPr marL="0" indent="0">
              <a:buNone/>
            </a:pPr>
            <a:r>
              <a:rPr lang="en-US" dirty="0"/>
              <a:t>Recall is especially important to minimize false negatives for poisonous mushrooms.</a:t>
            </a:r>
          </a:p>
        </p:txBody>
      </p:sp>
    </p:spTree>
    <p:extLst>
      <p:ext uri="{BB962C8B-B14F-4D97-AF65-F5344CB8AC3E}">
        <p14:creationId xmlns:p14="http://schemas.microsoft.com/office/powerpoint/2010/main" val="1168196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6544-F26D-8A3B-9527-EDF2D213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710E-B1D5-3673-27A2-E20CE81E5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Compared model performance using evaluation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Tree-based models outperformed linear models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B76E4-B97F-A7F1-4988-BB1CDAA49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59" y="3020721"/>
            <a:ext cx="8133346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84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7278-F6F8-5BD9-C46E-DE13BE4B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Model Selection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3CA1-7479-62B3-5700-C162B3A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model’s performance was selected on basis of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F1-score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Tree-based model chosen due to superior performance and robustness.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Random Forest </a:t>
            </a:r>
            <a:r>
              <a:rPr lang="en-US" dirty="0"/>
              <a:t>was observed as the best model according to this dataset.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2688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77EB-98BA-F763-2BA5-F15ADB84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000F-36B9-7CED-B6B1-2E1F2B2A1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accuracy achieved on test data.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recall ensures safe identification of poisonous mushrooms.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demonstrates high reliability and consistency.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063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1823-A051-DC6D-30A7-AAB171A5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IN" dirty="0"/>
              <a:t>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7B0C1-DBC1-17FC-EAFB-3587322A9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rapid and accurate mushroom classification.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risk of human error in manual identification.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Potential application in food safety and decision-support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76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03C1-379A-0AA0-0605-D086EC20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32C4A-29AE-B716-13F7-76DADDC43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0323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EDA revealed that gill color exhibit strong relationship with target variable.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Spore print color, and stalk characteristics exhibit the strongest relationships with mushroom edibility, making them key drivers for model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 variable is evenly spread and not biased.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successfully classified mushrooms as edible or poisonous.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alignment between EDA and model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Demonstrates practical applicability of data-driven decision 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Approach can be used in food safety and risk prevention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108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1AC9-1E58-B2D3-D9ED-2F8FB41F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B2F6412-6D45-7748-1652-F695A9C0E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919017"/>
            <a:ext cx="10058400" cy="3877216"/>
          </a:xfrm>
        </p:spPr>
      </p:pic>
    </p:spTree>
    <p:extLst>
      <p:ext uri="{BB962C8B-B14F-4D97-AF65-F5344CB8AC3E}">
        <p14:creationId xmlns:p14="http://schemas.microsoft.com/office/powerpoint/2010/main" val="1426252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EF09-BEFB-C9F1-4EDF-51AB1965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69AB7-837B-7D31-EC4F-BC8EF6532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Thank you all for your attention</a:t>
            </a:r>
          </a:p>
          <a:p>
            <a:pPr marL="0" indent="0">
              <a:buNone/>
            </a:pPr>
            <a:r>
              <a:rPr lang="en-US" dirty="0"/>
              <a:t>Feel free to ask questions</a:t>
            </a:r>
          </a:p>
          <a:p>
            <a:pPr marL="0" indent="0">
              <a:buNone/>
            </a:pPr>
            <a:r>
              <a:rPr lang="en-US" dirty="0"/>
              <a:t>Presented by: Anima Sharma</a:t>
            </a:r>
          </a:p>
          <a:p>
            <a:pPr marL="0" indent="0">
              <a:buNone/>
            </a:pPr>
            <a:r>
              <a:rPr lang="en-US" dirty="0"/>
              <a:t>Profession: Data Analyst</a:t>
            </a:r>
          </a:p>
          <a:p>
            <a:pPr marL="0" indent="0">
              <a:buNone/>
            </a:pPr>
            <a:r>
              <a:rPr lang="en-US" dirty="0"/>
              <a:t>Email Contact: </a:t>
            </a:r>
            <a:r>
              <a:rPr lang="en-US" dirty="0">
                <a:hlinkClick r:id="rId2"/>
              </a:rPr>
              <a:t>sharmaanima298@gmail.com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LinkedIn:  </a:t>
            </a:r>
            <a:r>
              <a:rPr lang="en-US" dirty="0">
                <a:hlinkClick r:id="rId3"/>
              </a:rPr>
              <a:t>http://linkedin.com/in/anima-sharma-46a621399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9092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Words>1577</Words>
  <Application>Microsoft Office PowerPoint</Application>
  <PresentationFormat>Widescreen</PresentationFormat>
  <Paragraphs>239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Cooper Black</vt:lpstr>
      <vt:lpstr>Retrospect</vt:lpstr>
      <vt:lpstr>PowerPoint Presentation</vt:lpstr>
      <vt:lpstr>PowerPoint Presentation</vt:lpstr>
      <vt:lpstr>Data Overview</vt:lpstr>
      <vt:lpstr>Data Overview</vt:lpstr>
      <vt:lpstr>Feature Explanation</vt:lpstr>
      <vt:lpstr>Feature Explaination</vt:lpstr>
      <vt:lpstr>Feature Explanation</vt:lpstr>
      <vt:lpstr>Feature Explanation</vt:lpstr>
      <vt:lpstr>Data Cleaning and Preprocessing</vt:lpstr>
      <vt:lpstr>Data Cleaning and Preprocessing</vt:lpstr>
      <vt:lpstr>Data Cleaning and Preprocessing</vt:lpstr>
      <vt:lpstr>Exploratory Data Analysis</vt:lpstr>
      <vt:lpstr>Exploratory Data Analysis</vt:lpstr>
      <vt:lpstr>Exploratory Data Analysis</vt:lpstr>
      <vt:lpstr>Exploratory Data Analysis</vt:lpstr>
      <vt:lpstr>Exploratory Data Analysis</vt:lpstr>
      <vt:lpstr>Statistical Analysis</vt:lpstr>
      <vt:lpstr>Correlation Analysis</vt:lpstr>
      <vt:lpstr>Correlation Analysis</vt:lpstr>
      <vt:lpstr>Machine Learning Objective</vt:lpstr>
      <vt:lpstr>Data Preparation for Modeling</vt:lpstr>
      <vt:lpstr>Train–Test Strategy</vt:lpstr>
      <vt:lpstr>Models Implemented</vt:lpstr>
      <vt:lpstr>Model Evaluation Metrics</vt:lpstr>
      <vt:lpstr>Model Performance Comparison</vt:lpstr>
      <vt:lpstr>Best Model Selection</vt:lpstr>
      <vt:lpstr>Model Results </vt:lpstr>
      <vt:lpstr>Impact</vt:lpstr>
      <vt:lpstr>Conclusion</vt:lpstr>
      <vt:lpstr>Tools Used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Anima Sharma</dc:creator>
  <cp:lastModifiedBy>Anima Sharma</cp:lastModifiedBy>
  <cp:revision>1</cp:revision>
  <dcterms:created xsi:type="dcterms:W3CDTF">2026-01-23T07:13:00Z</dcterms:created>
  <dcterms:modified xsi:type="dcterms:W3CDTF">2026-02-03T08:50:17Z</dcterms:modified>
</cp:coreProperties>
</file>